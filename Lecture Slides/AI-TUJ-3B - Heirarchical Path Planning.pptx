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5.wmf" ContentType="image/x-wm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65F2B64-B1EF-4ACD-BD61-8E7AF85436C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EC6ABA-9094-4003-A79B-1007E439943A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9151CC-4E71-4029-944E-772F33477DC4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FF101B-3E38-479F-A402-9226B067751F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8912BC-014A-4DA8-976C-6851D8B1F306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8F8E39-002B-4869-9F20-E175AEE38A3E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F4CEF9-95F3-4EF4-9A75-28A7148E0DDF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160" cy="4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Making Searches Faster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000" cy="7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4" strike="noStrike">
                <a:solidFill>
                  <a:schemeClr val="lt1"/>
                </a:solidFill>
                <a:latin typeface="Garamond"/>
              </a:rPr>
              <a:t>Hierarchical Path Planning 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2040" cy="223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8720" y="339480"/>
            <a:ext cx="11253960" cy="12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94" strike="noStrike">
                <a:solidFill>
                  <a:schemeClr val="lt1"/>
                </a:solidFill>
                <a:latin typeface="Garamond"/>
              </a:rPr>
              <a:t>Hierarchical Path Planning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371600" y="2034000"/>
            <a:ext cx="9600840" cy="41144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Garamond"/>
              </a:rPr>
              <a:t>Divide and Conquer: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Break problem into parts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Solve the parts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Assemble solution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00ff00"/>
                </a:solidFill>
                <a:uFillTx/>
                <a:latin typeface="Garamond"/>
              </a:rPr>
              <a:t>Hierarchical Path Planning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(HPP) is one such technique.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Picture 2" descr="MCj02404370000[1]"/>
          <p:cNvPicPr/>
          <p:nvPr/>
        </p:nvPicPr>
        <p:blipFill>
          <a:blip r:embed="rId1"/>
          <a:stretch/>
        </p:blipFill>
        <p:spPr>
          <a:xfrm>
            <a:off x="6858000" y="2262600"/>
            <a:ext cx="2561400" cy="227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81080" y="166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94" strike="noStrike">
                <a:solidFill>
                  <a:schemeClr val="lt1"/>
                </a:solidFill>
                <a:latin typeface="Garamond"/>
              </a:rPr>
              <a:t>Hierarchical Path Planning</a:t>
            </a:r>
            <a:br>
              <a:rPr sz="4000"/>
            </a:br>
            <a:r>
              <a:rPr b="1" lang="en-US" sz="3200" spc="94" strike="noStrike">
                <a:solidFill>
                  <a:schemeClr val="lt1"/>
                </a:solidFill>
                <a:latin typeface="Garamond"/>
              </a:rPr>
              <a:t>Preplanning Steps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752480" y="1556280"/>
            <a:ext cx="8914680" cy="4893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3888"/>
          </a:bodyPr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Step 1: Generate the Low-Level Graph (All Vertices)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Step 2: Generate the High-Level Graph (Some Vertices)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Step 3: Build an Association Table to Connect the Graphs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" name="Group 2"/>
          <p:cNvGrpSpPr/>
          <p:nvPr/>
        </p:nvGrpSpPr>
        <p:grpSpPr>
          <a:xfrm>
            <a:off x="4354560" y="4227120"/>
            <a:ext cx="3515400" cy="1758240"/>
            <a:chOff x="4354560" y="4227120"/>
            <a:chExt cx="3515400" cy="1758240"/>
          </a:xfrm>
        </p:grpSpPr>
        <p:grpSp>
          <p:nvGrpSpPr>
            <p:cNvPr id="21" name="Group 4"/>
            <p:cNvGrpSpPr/>
            <p:nvPr/>
          </p:nvGrpSpPr>
          <p:grpSpPr>
            <a:xfrm>
              <a:off x="4403520" y="4290480"/>
              <a:ext cx="3416760" cy="1689120"/>
              <a:chOff x="4403520" y="4290480"/>
              <a:chExt cx="3416760" cy="1689120"/>
            </a:xfrm>
          </p:grpSpPr>
          <p:sp>
            <p:nvSpPr>
              <p:cNvPr id="22" name="Line 6"/>
              <p:cNvSpPr/>
              <p:nvPr/>
            </p:nvSpPr>
            <p:spPr>
              <a:xfrm flipV="1">
                <a:off x="4403520" y="4294080"/>
                <a:ext cx="1157400" cy="9856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" name="Line 7"/>
              <p:cNvSpPr/>
              <p:nvPr/>
            </p:nvSpPr>
            <p:spPr>
              <a:xfrm flipH="1" flipV="1">
                <a:off x="5284800" y="4738320"/>
                <a:ext cx="558720" cy="41904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" name="Line 8"/>
              <p:cNvSpPr/>
              <p:nvPr/>
            </p:nvSpPr>
            <p:spPr>
              <a:xfrm flipH="1">
                <a:off x="5021640" y="5182560"/>
                <a:ext cx="817200" cy="5266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5" name="Line 9"/>
              <p:cNvSpPr/>
              <p:nvPr/>
            </p:nvSpPr>
            <p:spPr>
              <a:xfrm flipH="1" flipV="1">
                <a:off x="5851440" y="5195160"/>
                <a:ext cx="411120" cy="5083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6" name="Line 10"/>
              <p:cNvSpPr/>
              <p:nvPr/>
            </p:nvSpPr>
            <p:spPr>
              <a:xfrm>
                <a:off x="5851440" y="5168880"/>
                <a:ext cx="698400" cy="1602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7" name="Line 11"/>
              <p:cNvSpPr/>
              <p:nvPr/>
            </p:nvSpPr>
            <p:spPr>
              <a:xfrm>
                <a:off x="6561360" y="5354280"/>
                <a:ext cx="156600" cy="6253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8" name="Line 12"/>
              <p:cNvSpPr/>
              <p:nvPr/>
            </p:nvSpPr>
            <p:spPr>
              <a:xfrm>
                <a:off x="6553080" y="5365800"/>
                <a:ext cx="1046160" cy="1728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" name="Line 13"/>
              <p:cNvSpPr/>
              <p:nvPr/>
            </p:nvSpPr>
            <p:spPr>
              <a:xfrm flipV="1">
                <a:off x="6553080" y="5079600"/>
                <a:ext cx="603360" cy="266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" name="Line 14"/>
              <p:cNvSpPr/>
              <p:nvPr/>
            </p:nvSpPr>
            <p:spPr>
              <a:xfrm flipV="1">
                <a:off x="6553080" y="4458960"/>
                <a:ext cx="1260360" cy="8794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1" name="Line 15"/>
              <p:cNvSpPr/>
              <p:nvPr/>
            </p:nvSpPr>
            <p:spPr>
              <a:xfrm flipH="1" flipV="1">
                <a:off x="5560920" y="4290480"/>
                <a:ext cx="2259360" cy="1717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2" name="Line 16"/>
              <p:cNvSpPr/>
              <p:nvPr/>
            </p:nvSpPr>
            <p:spPr>
              <a:xfrm flipH="1" flipV="1">
                <a:off x="5568840" y="4339800"/>
                <a:ext cx="988920" cy="10350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33" name="Group 5"/>
            <p:cNvGrpSpPr/>
            <p:nvPr/>
          </p:nvGrpSpPr>
          <p:grpSpPr>
            <a:xfrm>
              <a:off x="4354560" y="4227120"/>
              <a:ext cx="3515400" cy="1758240"/>
              <a:chOff x="4354560" y="4227120"/>
              <a:chExt cx="3515400" cy="1758240"/>
            </a:xfrm>
          </p:grpSpPr>
          <p:sp>
            <p:nvSpPr>
              <p:cNvPr id="34" name="Oval 19"/>
              <p:cNvSpPr/>
              <p:nvPr/>
            </p:nvSpPr>
            <p:spPr>
              <a:xfrm rot="16200000">
                <a:off x="4353840" y="5213880"/>
                <a:ext cx="110520" cy="1090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" name="Oval 20"/>
              <p:cNvSpPr/>
              <p:nvPr/>
            </p:nvSpPr>
            <p:spPr>
              <a:xfrm rot="16200000">
                <a:off x="5508720" y="4228920"/>
                <a:ext cx="110520" cy="10692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320" bIns="3132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6" name="Oval 21"/>
              <p:cNvSpPr/>
              <p:nvPr/>
            </p:nvSpPr>
            <p:spPr>
              <a:xfrm rot="16200000">
                <a:off x="5232960" y="4667400"/>
                <a:ext cx="110520" cy="1090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7" name="Oval 22"/>
              <p:cNvSpPr/>
              <p:nvPr/>
            </p:nvSpPr>
            <p:spPr>
              <a:xfrm rot="16200000">
                <a:off x="4957560" y="5695200"/>
                <a:ext cx="106920" cy="10692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320" bIns="3132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8" name="Oval 23"/>
              <p:cNvSpPr/>
              <p:nvPr/>
            </p:nvSpPr>
            <p:spPr>
              <a:xfrm rot="16200000">
                <a:off x="5783400" y="5108400"/>
                <a:ext cx="110520" cy="10692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320" bIns="3132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9" name="Oval 24"/>
              <p:cNvSpPr/>
              <p:nvPr/>
            </p:nvSpPr>
            <p:spPr>
              <a:xfrm rot="16200000">
                <a:off x="6223680" y="5694120"/>
                <a:ext cx="106920" cy="1090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0" name="Oval 25"/>
              <p:cNvSpPr/>
              <p:nvPr/>
            </p:nvSpPr>
            <p:spPr>
              <a:xfrm rot="16200000">
                <a:off x="6662880" y="5874840"/>
                <a:ext cx="110520" cy="1101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3120" bIns="3312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1" name="Oval 26"/>
              <p:cNvSpPr/>
              <p:nvPr/>
            </p:nvSpPr>
            <p:spPr>
              <a:xfrm rot="16200000">
                <a:off x="6496560" y="5304240"/>
                <a:ext cx="110520" cy="1090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2" name="Oval 27"/>
              <p:cNvSpPr/>
              <p:nvPr/>
            </p:nvSpPr>
            <p:spPr>
              <a:xfrm rot="16200000">
                <a:off x="7541640" y="5436000"/>
                <a:ext cx="110520" cy="1090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3" name="Oval 28"/>
              <p:cNvSpPr/>
              <p:nvPr/>
            </p:nvSpPr>
            <p:spPr>
              <a:xfrm rot="16200000">
                <a:off x="7760160" y="4396320"/>
                <a:ext cx="110520" cy="1090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4" name="Oval 60"/>
              <p:cNvSpPr/>
              <p:nvPr/>
            </p:nvSpPr>
            <p:spPr>
              <a:xfrm rot="16200000">
                <a:off x="7100280" y="5024160"/>
                <a:ext cx="110520" cy="1101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3120" bIns="3312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45" name="Group 11"/>
          <p:cNvGrpSpPr/>
          <p:nvPr/>
        </p:nvGrpSpPr>
        <p:grpSpPr>
          <a:xfrm>
            <a:off x="4100400" y="1996920"/>
            <a:ext cx="3701520" cy="1741320"/>
            <a:chOff x="4100400" y="1996920"/>
            <a:chExt cx="3701520" cy="1741320"/>
          </a:xfrm>
        </p:grpSpPr>
        <p:grpSp>
          <p:nvGrpSpPr>
            <p:cNvPr id="46" name="Group 12"/>
            <p:cNvGrpSpPr/>
            <p:nvPr/>
          </p:nvGrpSpPr>
          <p:grpSpPr>
            <a:xfrm>
              <a:off x="4162320" y="2023200"/>
              <a:ext cx="3596760" cy="1677240"/>
              <a:chOff x="4162320" y="2023200"/>
              <a:chExt cx="3596760" cy="1677240"/>
            </a:xfrm>
          </p:grpSpPr>
          <p:sp>
            <p:nvSpPr>
              <p:cNvPr id="47" name="Line 31"/>
              <p:cNvSpPr/>
              <p:nvPr/>
            </p:nvSpPr>
            <p:spPr>
              <a:xfrm flipV="1">
                <a:off x="4162320" y="3042000"/>
                <a:ext cx="248760" cy="4413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8" name="Line 32"/>
              <p:cNvSpPr/>
              <p:nvPr/>
            </p:nvSpPr>
            <p:spPr>
              <a:xfrm>
                <a:off x="4167720" y="3490920"/>
                <a:ext cx="468360" cy="50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" bIns="576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49" name="Line 33"/>
              <p:cNvSpPr/>
              <p:nvPr/>
            </p:nvSpPr>
            <p:spPr>
              <a:xfrm flipH="1">
                <a:off x="4637160" y="3150000"/>
                <a:ext cx="123840" cy="383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0" name="Line 34"/>
              <p:cNvSpPr/>
              <p:nvPr/>
            </p:nvSpPr>
            <p:spPr>
              <a:xfrm>
                <a:off x="4723920" y="2544480"/>
                <a:ext cx="34920" cy="6076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1" name="Line 35"/>
              <p:cNvSpPr/>
              <p:nvPr/>
            </p:nvSpPr>
            <p:spPr>
              <a:xfrm>
                <a:off x="4614480" y="2050200"/>
                <a:ext cx="114840" cy="5032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2" name="Line 36"/>
              <p:cNvSpPr/>
              <p:nvPr/>
            </p:nvSpPr>
            <p:spPr>
              <a:xfrm flipV="1">
                <a:off x="4608000" y="2023200"/>
                <a:ext cx="451080" cy="79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080" bIns="-3708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3" name="Line 37"/>
              <p:cNvSpPr/>
              <p:nvPr/>
            </p:nvSpPr>
            <p:spPr>
              <a:xfrm flipH="1">
                <a:off x="4718160" y="2025720"/>
                <a:ext cx="340920" cy="5155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4" name="Line 38"/>
              <p:cNvSpPr/>
              <p:nvPr/>
            </p:nvSpPr>
            <p:spPr>
              <a:xfrm>
                <a:off x="5059080" y="2032200"/>
                <a:ext cx="487440" cy="23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5" name="Line 39"/>
              <p:cNvSpPr/>
              <p:nvPr/>
            </p:nvSpPr>
            <p:spPr>
              <a:xfrm flipH="1">
                <a:off x="5094000" y="2505240"/>
                <a:ext cx="181440" cy="4791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6" name="Line 40"/>
              <p:cNvSpPr/>
              <p:nvPr/>
            </p:nvSpPr>
            <p:spPr>
              <a:xfrm flipH="1" flipV="1">
                <a:off x="5276520" y="2488320"/>
                <a:ext cx="335160" cy="1000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7" name="Line 41"/>
              <p:cNvSpPr/>
              <p:nvPr/>
            </p:nvSpPr>
            <p:spPr>
              <a:xfrm flipH="1" flipV="1">
                <a:off x="5603760" y="2578320"/>
                <a:ext cx="213840" cy="3366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8" name="Line 42"/>
              <p:cNvSpPr/>
              <p:nvPr/>
            </p:nvSpPr>
            <p:spPr>
              <a:xfrm flipV="1">
                <a:off x="5550840" y="2914920"/>
                <a:ext cx="265680" cy="25524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59" name="Line 43"/>
              <p:cNvSpPr/>
              <p:nvPr/>
            </p:nvSpPr>
            <p:spPr>
              <a:xfrm>
                <a:off x="5094000" y="2984400"/>
                <a:ext cx="456840" cy="212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0" name="Line 44"/>
              <p:cNvSpPr/>
              <p:nvPr/>
            </p:nvSpPr>
            <p:spPr>
              <a:xfrm flipH="1">
                <a:off x="5371920" y="3173760"/>
                <a:ext cx="185760" cy="2710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1" name="Line 45"/>
              <p:cNvSpPr/>
              <p:nvPr/>
            </p:nvSpPr>
            <p:spPr>
              <a:xfrm flipH="1" flipV="1">
                <a:off x="5369760" y="3456360"/>
                <a:ext cx="412920" cy="853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0320" bIns="4032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2" name="Line 46"/>
              <p:cNvSpPr/>
              <p:nvPr/>
            </p:nvSpPr>
            <p:spPr>
              <a:xfrm flipH="1">
                <a:off x="5008680" y="3479760"/>
                <a:ext cx="363240" cy="3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3" name="Line 47"/>
              <p:cNvSpPr/>
              <p:nvPr/>
            </p:nvSpPr>
            <p:spPr>
              <a:xfrm flipV="1">
                <a:off x="5824440" y="2887920"/>
                <a:ext cx="399600" cy="270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4" name="Line 48"/>
              <p:cNvSpPr/>
              <p:nvPr/>
            </p:nvSpPr>
            <p:spPr>
              <a:xfrm flipV="1">
                <a:off x="6211800" y="2743560"/>
                <a:ext cx="232920" cy="1285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5" name="Line 49"/>
              <p:cNvSpPr/>
              <p:nvPr/>
            </p:nvSpPr>
            <p:spPr>
              <a:xfrm>
                <a:off x="6211800" y="2877480"/>
                <a:ext cx="306000" cy="2052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6" name="Line 50"/>
              <p:cNvSpPr/>
              <p:nvPr/>
            </p:nvSpPr>
            <p:spPr>
              <a:xfrm>
                <a:off x="6444720" y="2783160"/>
                <a:ext cx="79920" cy="3366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7" name="Line 51"/>
              <p:cNvSpPr/>
              <p:nvPr/>
            </p:nvSpPr>
            <p:spPr>
              <a:xfrm flipH="1" flipV="1">
                <a:off x="6126120" y="3146760"/>
                <a:ext cx="120240" cy="3250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8" name="Line 52"/>
              <p:cNvSpPr/>
              <p:nvPr/>
            </p:nvSpPr>
            <p:spPr>
              <a:xfrm>
                <a:off x="5817600" y="2941920"/>
                <a:ext cx="308520" cy="22824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9" name="Line 53"/>
              <p:cNvSpPr/>
              <p:nvPr/>
            </p:nvSpPr>
            <p:spPr>
              <a:xfrm flipH="1" flipV="1">
                <a:off x="6536880" y="3386520"/>
                <a:ext cx="142920" cy="3139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0" name="Line 54"/>
              <p:cNvSpPr/>
              <p:nvPr/>
            </p:nvSpPr>
            <p:spPr>
              <a:xfrm flipH="1" flipV="1">
                <a:off x="6332040" y="3165840"/>
                <a:ext cx="204840" cy="2091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1" name="Line 55"/>
              <p:cNvSpPr/>
              <p:nvPr/>
            </p:nvSpPr>
            <p:spPr>
              <a:xfrm flipV="1">
                <a:off x="6687720" y="3351600"/>
                <a:ext cx="115920" cy="3250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2" name="Line 56"/>
              <p:cNvSpPr/>
              <p:nvPr/>
            </p:nvSpPr>
            <p:spPr>
              <a:xfrm>
                <a:off x="6524640" y="3097080"/>
                <a:ext cx="290160" cy="2703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3" name="Line 57"/>
              <p:cNvSpPr/>
              <p:nvPr/>
            </p:nvSpPr>
            <p:spPr>
              <a:xfrm flipV="1">
                <a:off x="6814800" y="3330000"/>
                <a:ext cx="209520" cy="23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4" name="Line 58"/>
              <p:cNvSpPr/>
              <p:nvPr/>
            </p:nvSpPr>
            <p:spPr>
              <a:xfrm flipV="1">
                <a:off x="7027560" y="3324600"/>
                <a:ext cx="360" cy="3060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5" name="Line 59"/>
              <p:cNvSpPr/>
              <p:nvPr/>
            </p:nvSpPr>
            <p:spPr>
              <a:xfrm flipH="1" flipV="1">
                <a:off x="6963480" y="2966400"/>
                <a:ext cx="63000" cy="3445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6" name="Line 60"/>
              <p:cNvSpPr/>
              <p:nvPr/>
            </p:nvSpPr>
            <p:spPr>
              <a:xfrm flipV="1">
                <a:off x="6963480" y="2806560"/>
                <a:ext cx="142920" cy="17028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7" name="Line 61"/>
              <p:cNvSpPr/>
              <p:nvPr/>
            </p:nvSpPr>
            <p:spPr>
              <a:xfrm flipH="1">
                <a:off x="7106400" y="2651400"/>
                <a:ext cx="135000" cy="15876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8" name="Line 62"/>
              <p:cNvSpPr/>
              <p:nvPr/>
            </p:nvSpPr>
            <p:spPr>
              <a:xfrm flipH="1" flipV="1">
                <a:off x="7121160" y="2792160"/>
                <a:ext cx="185400" cy="9324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9" name="Line 63"/>
              <p:cNvSpPr/>
              <p:nvPr/>
            </p:nvSpPr>
            <p:spPr>
              <a:xfrm flipH="1">
                <a:off x="7024320" y="3262680"/>
                <a:ext cx="522000" cy="853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0320" bIns="4032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0" name="Line 64"/>
              <p:cNvSpPr/>
              <p:nvPr/>
            </p:nvSpPr>
            <p:spPr>
              <a:xfrm flipV="1">
                <a:off x="6524640" y="2555640"/>
                <a:ext cx="306000" cy="53460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1" name="Line 65"/>
              <p:cNvSpPr/>
              <p:nvPr/>
            </p:nvSpPr>
            <p:spPr>
              <a:xfrm flipV="1">
                <a:off x="6830640" y="2179800"/>
                <a:ext cx="360" cy="40644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2" name="Line 66"/>
              <p:cNvSpPr/>
              <p:nvPr/>
            </p:nvSpPr>
            <p:spPr>
              <a:xfrm>
                <a:off x="5547600" y="2053800"/>
                <a:ext cx="1288800" cy="11592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3" name="Line 67"/>
              <p:cNvSpPr/>
              <p:nvPr/>
            </p:nvSpPr>
            <p:spPr>
              <a:xfrm flipH="1" flipV="1">
                <a:off x="6838560" y="2174040"/>
                <a:ext cx="920520" cy="42840"/>
              </a:xfrm>
              <a:prstGeom prst="line">
                <a:avLst/>
              </a:prstGeom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" bIns="-216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84" name="Group 13"/>
            <p:cNvGrpSpPr/>
            <p:nvPr/>
          </p:nvGrpSpPr>
          <p:grpSpPr>
            <a:xfrm>
              <a:off x="4100400" y="1996920"/>
              <a:ext cx="3237480" cy="1693440"/>
              <a:chOff x="4100400" y="1996920"/>
              <a:chExt cx="3237480" cy="1693440"/>
            </a:xfrm>
          </p:grpSpPr>
          <p:sp>
            <p:nvSpPr>
              <p:cNvPr id="85" name="Oval 61"/>
              <p:cNvSpPr/>
              <p:nvPr/>
            </p:nvSpPr>
            <p:spPr>
              <a:xfrm rot="16200000">
                <a:off x="4099680" y="340092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6" name="Oval 62"/>
              <p:cNvSpPr/>
              <p:nvPr/>
            </p:nvSpPr>
            <p:spPr>
              <a:xfrm rot="16200000">
                <a:off x="4572000" y="3475080"/>
                <a:ext cx="10728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7" name="Oval 63"/>
              <p:cNvSpPr/>
              <p:nvPr/>
            </p:nvSpPr>
            <p:spPr>
              <a:xfrm rot="16200000">
                <a:off x="4687200" y="309924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8" name="Oval 64"/>
              <p:cNvSpPr/>
              <p:nvPr/>
            </p:nvSpPr>
            <p:spPr>
              <a:xfrm rot="16200000">
                <a:off x="4661280" y="2486880"/>
                <a:ext cx="102960" cy="1062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9" name="Oval 65"/>
              <p:cNvSpPr/>
              <p:nvPr/>
            </p:nvSpPr>
            <p:spPr>
              <a:xfrm rot="16200000">
                <a:off x="4547160" y="2007000"/>
                <a:ext cx="1029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0" name="Oval 66"/>
              <p:cNvSpPr/>
              <p:nvPr/>
            </p:nvSpPr>
            <p:spPr>
              <a:xfrm rot="16200000">
                <a:off x="4992120" y="199728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1" name="Oval 67"/>
              <p:cNvSpPr/>
              <p:nvPr/>
            </p:nvSpPr>
            <p:spPr>
              <a:xfrm rot="16200000">
                <a:off x="5029920" y="2904120"/>
                <a:ext cx="1029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2" name="Oval 68"/>
              <p:cNvSpPr/>
              <p:nvPr/>
            </p:nvSpPr>
            <p:spPr>
              <a:xfrm rot="16200000">
                <a:off x="5482800" y="312624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3" name="Oval 69"/>
              <p:cNvSpPr/>
              <p:nvPr/>
            </p:nvSpPr>
            <p:spPr>
              <a:xfrm rot="16200000">
                <a:off x="5305680" y="3398400"/>
                <a:ext cx="10728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4" name="Oval 70"/>
              <p:cNvSpPr/>
              <p:nvPr/>
            </p:nvSpPr>
            <p:spPr>
              <a:xfrm rot="16200000">
                <a:off x="5715360" y="3491640"/>
                <a:ext cx="10728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5" name="Oval 71"/>
              <p:cNvSpPr/>
              <p:nvPr/>
            </p:nvSpPr>
            <p:spPr>
              <a:xfrm rot="16200000">
                <a:off x="5534640" y="2529720"/>
                <a:ext cx="105120" cy="1062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6" name="Oval 72"/>
              <p:cNvSpPr/>
              <p:nvPr/>
            </p:nvSpPr>
            <p:spPr>
              <a:xfrm rot="16200000">
                <a:off x="6054120" y="3081960"/>
                <a:ext cx="1029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7" name="Oval 73"/>
              <p:cNvSpPr/>
              <p:nvPr/>
            </p:nvSpPr>
            <p:spPr>
              <a:xfrm rot="16200000">
                <a:off x="6140160" y="282456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8" name="Oval 74"/>
              <p:cNvSpPr/>
              <p:nvPr/>
            </p:nvSpPr>
            <p:spPr>
              <a:xfrm rot="16200000">
                <a:off x="6379560" y="2709360"/>
                <a:ext cx="108360" cy="1062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9" name="Oval 75"/>
              <p:cNvSpPr/>
              <p:nvPr/>
            </p:nvSpPr>
            <p:spPr>
              <a:xfrm rot="16200000">
                <a:off x="6256080" y="309924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0" name="Oval 76"/>
              <p:cNvSpPr/>
              <p:nvPr/>
            </p:nvSpPr>
            <p:spPr>
              <a:xfrm rot="16200000">
                <a:off x="6460920" y="330408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1" name="Oval 77"/>
              <p:cNvSpPr/>
              <p:nvPr/>
            </p:nvSpPr>
            <p:spPr>
              <a:xfrm rot="16200000">
                <a:off x="6735600" y="3309840"/>
                <a:ext cx="107280" cy="1062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2" name="Oval 78"/>
              <p:cNvSpPr/>
              <p:nvPr/>
            </p:nvSpPr>
            <p:spPr>
              <a:xfrm rot="16200000">
                <a:off x="6951240" y="3286800"/>
                <a:ext cx="1029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3" name="Oval 79"/>
              <p:cNvSpPr/>
              <p:nvPr/>
            </p:nvSpPr>
            <p:spPr>
              <a:xfrm rot="16200000">
                <a:off x="6949080" y="3583080"/>
                <a:ext cx="10728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4" name="Oval 80"/>
              <p:cNvSpPr/>
              <p:nvPr/>
            </p:nvSpPr>
            <p:spPr>
              <a:xfrm rot="16200000">
                <a:off x="6888240" y="2927880"/>
                <a:ext cx="10512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5" name="Oval 81"/>
              <p:cNvSpPr/>
              <p:nvPr/>
            </p:nvSpPr>
            <p:spPr>
              <a:xfrm rot="16200000">
                <a:off x="7232040" y="2861640"/>
                <a:ext cx="108360" cy="1029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28080" bIns="280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6" name="Oval 82"/>
              <p:cNvSpPr/>
              <p:nvPr/>
            </p:nvSpPr>
            <p:spPr>
              <a:xfrm rot="16200000">
                <a:off x="7173000" y="2617200"/>
                <a:ext cx="10728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7" name="Oval 83"/>
              <p:cNvSpPr/>
              <p:nvPr/>
            </p:nvSpPr>
            <p:spPr>
              <a:xfrm rot="16200000">
                <a:off x="6762600" y="2503800"/>
                <a:ext cx="10836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8" name="Oval 84"/>
              <p:cNvSpPr/>
              <p:nvPr/>
            </p:nvSpPr>
            <p:spPr>
              <a:xfrm rot="16200000">
                <a:off x="6764400" y="2100600"/>
                <a:ext cx="105120" cy="1072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109" name="Group 14"/>
            <p:cNvGrpSpPr/>
            <p:nvPr/>
          </p:nvGrpSpPr>
          <p:grpSpPr>
            <a:xfrm>
              <a:off x="4345200" y="2009880"/>
              <a:ext cx="3456720" cy="1728360"/>
              <a:chOff x="4345200" y="2009880"/>
              <a:chExt cx="3456720" cy="1728360"/>
            </a:xfrm>
          </p:grpSpPr>
          <p:sp>
            <p:nvSpPr>
              <p:cNvPr id="110" name="Oval 85"/>
              <p:cNvSpPr/>
              <p:nvPr/>
            </p:nvSpPr>
            <p:spPr>
              <a:xfrm rot="16200000">
                <a:off x="4345200" y="2982600"/>
                <a:ext cx="10728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1" name="Oval 86"/>
              <p:cNvSpPr/>
              <p:nvPr/>
            </p:nvSpPr>
            <p:spPr>
              <a:xfrm rot="16200000">
                <a:off x="5479560" y="2009880"/>
                <a:ext cx="10728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2" name="Oval 87"/>
              <p:cNvSpPr/>
              <p:nvPr/>
            </p:nvSpPr>
            <p:spPr>
              <a:xfrm rot="16200000">
                <a:off x="5210640" y="2441160"/>
                <a:ext cx="10728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3" name="Oval 88"/>
              <p:cNvSpPr/>
              <p:nvPr/>
            </p:nvSpPr>
            <p:spPr>
              <a:xfrm rot="16200000">
                <a:off x="4939920" y="3443040"/>
                <a:ext cx="10404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4" name="Oval 89"/>
              <p:cNvSpPr/>
              <p:nvPr/>
            </p:nvSpPr>
            <p:spPr>
              <a:xfrm rot="16200000">
                <a:off x="5751360" y="2856960"/>
                <a:ext cx="10836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5" name="Oval 90"/>
              <p:cNvSpPr/>
              <p:nvPr/>
            </p:nvSpPr>
            <p:spPr>
              <a:xfrm rot="16200000">
                <a:off x="6183360" y="3443040"/>
                <a:ext cx="10404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6" name="Oval 91"/>
              <p:cNvSpPr/>
              <p:nvPr/>
            </p:nvSpPr>
            <p:spPr>
              <a:xfrm rot="16200000">
                <a:off x="6612840" y="3630960"/>
                <a:ext cx="10728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7" name="Oval 92"/>
              <p:cNvSpPr/>
              <p:nvPr/>
            </p:nvSpPr>
            <p:spPr>
              <a:xfrm rot="16200000">
                <a:off x="6453000" y="3034080"/>
                <a:ext cx="10512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8" name="Oval 93"/>
              <p:cNvSpPr/>
              <p:nvPr/>
            </p:nvSpPr>
            <p:spPr>
              <a:xfrm rot="16200000">
                <a:off x="7480800" y="3198600"/>
                <a:ext cx="10728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19" name="Oval 94"/>
              <p:cNvSpPr/>
              <p:nvPr/>
            </p:nvSpPr>
            <p:spPr>
              <a:xfrm rot="16200000">
                <a:off x="7694640" y="2170800"/>
                <a:ext cx="10728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20" name="Oval 95"/>
              <p:cNvSpPr/>
              <p:nvPr/>
            </p:nvSpPr>
            <p:spPr>
              <a:xfrm rot="16200000">
                <a:off x="7048440" y="2770920"/>
                <a:ext cx="105120" cy="10728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2f2f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Line 1"/>
          <p:cNvSpPr/>
          <p:nvPr/>
        </p:nvSpPr>
        <p:spPr>
          <a:xfrm flipV="1">
            <a:off x="3156840" y="3439080"/>
            <a:ext cx="1963440" cy="1672920"/>
          </a:xfrm>
          <a:prstGeom prst="line">
            <a:avLst/>
          </a:prstGeom>
          <a:ln w="2540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Line 2"/>
          <p:cNvSpPr/>
          <p:nvPr/>
        </p:nvSpPr>
        <p:spPr>
          <a:xfrm flipV="1">
            <a:off x="6815880" y="4726440"/>
            <a:ext cx="1022400" cy="461880"/>
          </a:xfrm>
          <a:prstGeom prst="line">
            <a:avLst/>
          </a:prstGeom>
          <a:ln w="2540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Line 3"/>
          <p:cNvSpPr/>
          <p:nvPr/>
        </p:nvSpPr>
        <p:spPr>
          <a:xfrm flipH="1" flipV="1">
            <a:off x="5131440" y="3437280"/>
            <a:ext cx="1684440" cy="1760400"/>
          </a:xfrm>
          <a:prstGeom prst="line">
            <a:avLst/>
          </a:prstGeom>
          <a:ln w="2540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68720" y="375480"/>
            <a:ext cx="11255760" cy="12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94" strike="noStrike">
                <a:solidFill>
                  <a:schemeClr val="lt1"/>
                </a:solidFill>
                <a:latin typeface="Garamond"/>
              </a:rPr>
              <a:t>Hierarchical Path Planning:</a:t>
            </a:r>
            <a:br>
              <a:rPr sz="4000"/>
            </a:br>
            <a:r>
              <a:rPr b="1" lang="en-US" sz="3200" spc="94" strike="noStrike">
                <a:solidFill>
                  <a:schemeClr val="lt1"/>
                </a:solidFill>
                <a:latin typeface="Garamond"/>
              </a:rPr>
              <a:t> Path Search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14400" y="1883520"/>
            <a:ext cx="10286640" cy="2973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Step 1: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Plan a path through the high-level graph nodes.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26" name="Group 1"/>
          <p:cNvGrpSpPr/>
          <p:nvPr/>
        </p:nvGrpSpPr>
        <p:grpSpPr>
          <a:xfrm>
            <a:off x="3067200" y="3312360"/>
            <a:ext cx="5984280" cy="2989800"/>
            <a:chOff x="3067200" y="3312360"/>
            <a:chExt cx="5984280" cy="2989800"/>
          </a:xfrm>
        </p:grpSpPr>
        <p:grpSp>
          <p:nvGrpSpPr>
            <p:cNvPr id="127" name="Group 3"/>
            <p:cNvGrpSpPr/>
            <p:nvPr/>
          </p:nvGrpSpPr>
          <p:grpSpPr>
            <a:xfrm>
              <a:off x="3154320" y="3407760"/>
              <a:ext cx="5805720" cy="2826000"/>
              <a:chOff x="3154320" y="3407760"/>
              <a:chExt cx="5805720" cy="2826000"/>
            </a:xfrm>
          </p:grpSpPr>
          <p:sp>
            <p:nvSpPr>
              <p:cNvPr id="128" name="Line 4"/>
              <p:cNvSpPr/>
              <p:nvPr/>
            </p:nvSpPr>
            <p:spPr>
              <a:xfrm flipV="1">
                <a:off x="3154320" y="3429000"/>
                <a:ext cx="1963800" cy="167292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29" name="Line 5"/>
              <p:cNvSpPr/>
              <p:nvPr/>
            </p:nvSpPr>
            <p:spPr>
              <a:xfrm flipH="1" flipV="1">
                <a:off x="4654440" y="4169160"/>
                <a:ext cx="945000" cy="71676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0" name="Line 17"/>
              <p:cNvSpPr/>
              <p:nvPr/>
            </p:nvSpPr>
            <p:spPr>
              <a:xfrm flipH="1">
                <a:off x="4202640" y="4924800"/>
                <a:ext cx="1392840" cy="89388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1" name="Line 18"/>
              <p:cNvSpPr/>
              <p:nvPr/>
            </p:nvSpPr>
            <p:spPr>
              <a:xfrm flipH="1" flipV="1">
                <a:off x="5617080" y="4932720"/>
                <a:ext cx="699120" cy="86292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2" name="Line 19"/>
              <p:cNvSpPr/>
              <p:nvPr/>
            </p:nvSpPr>
            <p:spPr>
              <a:xfrm>
                <a:off x="5617080" y="4909320"/>
                <a:ext cx="1186200" cy="27072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3" name="Line 20"/>
              <p:cNvSpPr/>
              <p:nvPr/>
            </p:nvSpPr>
            <p:spPr>
              <a:xfrm>
                <a:off x="6823080" y="5180040"/>
                <a:ext cx="264960" cy="105372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4" name="Line 21"/>
              <p:cNvSpPr/>
              <p:nvPr/>
            </p:nvSpPr>
            <p:spPr>
              <a:xfrm>
                <a:off x="6815160" y="5180040"/>
                <a:ext cx="1780560" cy="29592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5" name="Line 22"/>
              <p:cNvSpPr/>
              <p:nvPr/>
            </p:nvSpPr>
            <p:spPr>
              <a:xfrm flipV="1">
                <a:off x="6815160" y="4716360"/>
                <a:ext cx="1022760" cy="46152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6" name="Line 23"/>
              <p:cNvSpPr/>
              <p:nvPr/>
            </p:nvSpPr>
            <p:spPr>
              <a:xfrm flipV="1">
                <a:off x="6815160" y="3693960"/>
                <a:ext cx="2144880" cy="149580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7" name="Line 24"/>
              <p:cNvSpPr/>
              <p:nvPr/>
            </p:nvSpPr>
            <p:spPr>
              <a:xfrm flipH="1" flipV="1">
                <a:off x="5118120" y="3407760"/>
                <a:ext cx="3840120" cy="29376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38" name="Line 25"/>
              <p:cNvSpPr/>
              <p:nvPr/>
            </p:nvSpPr>
            <p:spPr>
              <a:xfrm flipH="1" flipV="1">
                <a:off x="5130000" y="3425040"/>
                <a:ext cx="1685160" cy="1760760"/>
              </a:xfrm>
              <a:prstGeom prst="line">
                <a:avLst/>
              </a:prstGeom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139" name="Group 6"/>
            <p:cNvGrpSpPr/>
            <p:nvPr/>
          </p:nvGrpSpPr>
          <p:grpSpPr>
            <a:xfrm>
              <a:off x="3067200" y="3312360"/>
              <a:ext cx="5984280" cy="2989800"/>
              <a:chOff x="3067200" y="3312360"/>
              <a:chExt cx="5984280" cy="2989800"/>
            </a:xfrm>
          </p:grpSpPr>
          <p:sp>
            <p:nvSpPr>
              <p:cNvPr id="140" name="Oval 1"/>
              <p:cNvSpPr/>
              <p:nvPr/>
            </p:nvSpPr>
            <p:spPr>
              <a:xfrm rot="16200000">
                <a:off x="3067200" y="4993560"/>
                <a:ext cx="18648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1" name="Oval 2"/>
              <p:cNvSpPr/>
              <p:nvPr/>
            </p:nvSpPr>
            <p:spPr>
              <a:xfrm rot="16200000">
                <a:off x="5031000" y="3312360"/>
                <a:ext cx="18648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2" name="Oval 3"/>
              <p:cNvSpPr/>
              <p:nvPr/>
            </p:nvSpPr>
            <p:spPr>
              <a:xfrm rot="16200000">
                <a:off x="4566240" y="4059360"/>
                <a:ext cx="186480" cy="18432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3" name="Oval 4"/>
              <p:cNvSpPr/>
              <p:nvPr/>
            </p:nvSpPr>
            <p:spPr>
              <a:xfrm rot="16200000">
                <a:off x="4096800" y="5740920"/>
                <a:ext cx="18432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4" name="Oval 5"/>
              <p:cNvSpPr/>
              <p:nvPr/>
            </p:nvSpPr>
            <p:spPr>
              <a:xfrm rot="16200000">
                <a:off x="5501520" y="4807440"/>
                <a:ext cx="186480" cy="18432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5" name="Oval 6"/>
              <p:cNvSpPr/>
              <p:nvPr/>
            </p:nvSpPr>
            <p:spPr>
              <a:xfrm rot="16200000">
                <a:off x="6249600" y="5740920"/>
                <a:ext cx="18432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6" name="Oval 7"/>
              <p:cNvSpPr/>
              <p:nvPr/>
            </p:nvSpPr>
            <p:spPr>
              <a:xfrm rot="16200000">
                <a:off x="6994800" y="6115680"/>
                <a:ext cx="18648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7" name="Oval 8"/>
              <p:cNvSpPr/>
              <p:nvPr/>
            </p:nvSpPr>
            <p:spPr>
              <a:xfrm rot="16200000">
                <a:off x="6714360" y="5087160"/>
                <a:ext cx="18648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8" name="Oval 9"/>
              <p:cNvSpPr/>
              <p:nvPr/>
            </p:nvSpPr>
            <p:spPr>
              <a:xfrm rot="16200000">
                <a:off x="8493840" y="5370480"/>
                <a:ext cx="186480" cy="18432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49" name="Oval 10"/>
              <p:cNvSpPr/>
              <p:nvPr/>
            </p:nvSpPr>
            <p:spPr>
              <a:xfrm rot="16200000">
                <a:off x="8865000" y="3594600"/>
                <a:ext cx="18648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50" name="Oval 12"/>
              <p:cNvSpPr/>
              <p:nvPr/>
            </p:nvSpPr>
            <p:spPr>
              <a:xfrm rot="16200000">
                <a:off x="7743960" y="4618440"/>
                <a:ext cx="184320" cy="1864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151" name="Group 7"/>
            <p:cNvGrpSpPr/>
            <p:nvPr/>
          </p:nvGrpSpPr>
          <p:grpSpPr>
            <a:xfrm>
              <a:off x="3067920" y="4618440"/>
              <a:ext cx="4862520" cy="561960"/>
              <a:chOff x="3067920" y="4618440"/>
              <a:chExt cx="4862520" cy="561960"/>
            </a:xfrm>
          </p:grpSpPr>
          <p:sp>
            <p:nvSpPr>
              <p:cNvPr id="152" name="Oval 13"/>
              <p:cNvSpPr/>
              <p:nvPr/>
            </p:nvSpPr>
            <p:spPr>
              <a:xfrm rot="16200000">
                <a:off x="3067920" y="4993920"/>
                <a:ext cx="186480" cy="186480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53" name="Oval 14"/>
              <p:cNvSpPr/>
              <p:nvPr/>
            </p:nvSpPr>
            <p:spPr>
              <a:xfrm rot="16200000">
                <a:off x="7744680" y="4617720"/>
                <a:ext cx="185040" cy="186480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nodeType="clickEffect" fill="hold">
                      <p:stCondLst>
                        <p:cond delay="indefinite"/>
                      </p:stCondLst>
                      <p:childTnLst>
                        <p:par>
                          <p:cTn id="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68720" y="376560"/>
            <a:ext cx="11255760" cy="12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94" strike="noStrike">
                <a:solidFill>
                  <a:schemeClr val="lt1"/>
                </a:solidFill>
                <a:latin typeface="Garamond"/>
              </a:rPr>
              <a:t>Hierarchical Path Planning:</a:t>
            </a:r>
            <a:br>
              <a:rPr sz="4000"/>
            </a:br>
            <a:r>
              <a:rPr b="1" lang="en-US" sz="3200" spc="94" strike="noStrike">
                <a:solidFill>
                  <a:schemeClr val="lt1"/>
                </a:solidFill>
                <a:latin typeface="Garamond"/>
              </a:rPr>
              <a:t>Path Search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914400" y="1888200"/>
            <a:ext cx="10286640" cy="1293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Step 2: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Plan paths between adjacent pairs of high-level path nodes.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6" name="Group 8"/>
          <p:cNvGrpSpPr/>
          <p:nvPr/>
        </p:nvGrpSpPr>
        <p:grpSpPr>
          <a:xfrm>
            <a:off x="2780280" y="3363840"/>
            <a:ext cx="6195960" cy="2827800"/>
            <a:chOff x="2780280" y="3363840"/>
            <a:chExt cx="6195960" cy="2827800"/>
          </a:xfrm>
        </p:grpSpPr>
        <p:sp>
          <p:nvSpPr>
            <p:cNvPr id="157" name="Line 26"/>
            <p:cNvSpPr/>
            <p:nvPr/>
          </p:nvSpPr>
          <p:spPr>
            <a:xfrm flipV="1">
              <a:off x="2780280" y="5060880"/>
              <a:ext cx="428760" cy="7563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" name="Line 27"/>
            <p:cNvSpPr/>
            <p:nvPr/>
          </p:nvSpPr>
          <p:spPr>
            <a:xfrm>
              <a:off x="2790000" y="5830920"/>
              <a:ext cx="808920" cy="892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280" bIns="4428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" name="Line 28"/>
            <p:cNvSpPr/>
            <p:nvPr/>
          </p:nvSpPr>
          <p:spPr>
            <a:xfrm flipH="1">
              <a:off x="3598920" y="5274360"/>
              <a:ext cx="209520" cy="6595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" name="Line 29"/>
            <p:cNvSpPr/>
            <p:nvPr/>
          </p:nvSpPr>
          <p:spPr>
            <a:xfrm>
              <a:off x="3748320" y="4246200"/>
              <a:ext cx="60120" cy="1045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" name="Line 30"/>
            <p:cNvSpPr/>
            <p:nvPr/>
          </p:nvSpPr>
          <p:spPr>
            <a:xfrm>
              <a:off x="3558240" y="3400560"/>
              <a:ext cx="199800" cy="8672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" name="Line 68"/>
            <p:cNvSpPr/>
            <p:nvPr/>
          </p:nvSpPr>
          <p:spPr>
            <a:xfrm flipV="1">
              <a:off x="3548520" y="3373560"/>
              <a:ext cx="777960" cy="136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320" bIns="-313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" name="Line 69"/>
            <p:cNvSpPr/>
            <p:nvPr/>
          </p:nvSpPr>
          <p:spPr>
            <a:xfrm flipH="1">
              <a:off x="3738600" y="3367800"/>
              <a:ext cx="587880" cy="8784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" name="Line 70"/>
            <p:cNvSpPr/>
            <p:nvPr/>
          </p:nvSpPr>
          <p:spPr>
            <a:xfrm>
              <a:off x="4326480" y="3363840"/>
              <a:ext cx="838080" cy="388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" name="Line 71"/>
            <p:cNvSpPr/>
            <p:nvPr/>
          </p:nvSpPr>
          <p:spPr>
            <a:xfrm flipH="1">
              <a:off x="4386600" y="4153320"/>
              <a:ext cx="310320" cy="8262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" name="Line 72"/>
            <p:cNvSpPr/>
            <p:nvPr/>
          </p:nvSpPr>
          <p:spPr>
            <a:xfrm flipH="1" flipV="1">
              <a:off x="4696920" y="4153320"/>
              <a:ext cx="578160" cy="1782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" name="Line 73"/>
            <p:cNvSpPr/>
            <p:nvPr/>
          </p:nvSpPr>
          <p:spPr>
            <a:xfrm flipH="1" flipV="1">
              <a:off x="5265360" y="4318200"/>
              <a:ext cx="370440" cy="5817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" name="Line 74"/>
            <p:cNvSpPr/>
            <p:nvPr/>
          </p:nvSpPr>
          <p:spPr>
            <a:xfrm flipV="1">
              <a:off x="5174280" y="4886280"/>
              <a:ext cx="459720" cy="442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" name="Line 75"/>
            <p:cNvSpPr/>
            <p:nvPr/>
          </p:nvSpPr>
          <p:spPr>
            <a:xfrm>
              <a:off x="4386600" y="4965840"/>
              <a:ext cx="787680" cy="3686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" name="Line 76"/>
            <p:cNvSpPr/>
            <p:nvPr/>
          </p:nvSpPr>
          <p:spPr>
            <a:xfrm flipH="1">
              <a:off x="4865760" y="5330520"/>
              <a:ext cx="318240" cy="4676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" name="Line 77"/>
            <p:cNvSpPr/>
            <p:nvPr/>
          </p:nvSpPr>
          <p:spPr>
            <a:xfrm flipH="1" flipV="1">
              <a:off x="4856040" y="5796000"/>
              <a:ext cx="717840" cy="1533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" name="Line 78"/>
            <p:cNvSpPr/>
            <p:nvPr/>
          </p:nvSpPr>
          <p:spPr>
            <a:xfrm flipH="1">
              <a:off x="4237200" y="5815440"/>
              <a:ext cx="628560" cy="3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" name="Line 79"/>
            <p:cNvSpPr/>
            <p:nvPr/>
          </p:nvSpPr>
          <p:spPr>
            <a:xfrm flipV="1">
              <a:off x="5643720" y="4839840"/>
              <a:ext cx="686520" cy="486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" name="Line 80"/>
            <p:cNvSpPr/>
            <p:nvPr/>
          </p:nvSpPr>
          <p:spPr>
            <a:xfrm flipV="1">
              <a:off x="6312960" y="4607280"/>
              <a:ext cx="397440" cy="222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" name="Line 81"/>
            <p:cNvSpPr/>
            <p:nvPr/>
          </p:nvSpPr>
          <p:spPr>
            <a:xfrm>
              <a:off x="6312960" y="4831920"/>
              <a:ext cx="529560" cy="3452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" name="Line 82"/>
            <p:cNvSpPr/>
            <p:nvPr/>
          </p:nvSpPr>
          <p:spPr>
            <a:xfrm>
              <a:off x="6710400" y="4616640"/>
              <a:ext cx="139680" cy="5781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7" name="Line 83"/>
            <p:cNvSpPr/>
            <p:nvPr/>
          </p:nvSpPr>
          <p:spPr>
            <a:xfrm flipH="1" flipV="1">
              <a:off x="6163560" y="5295600"/>
              <a:ext cx="209520" cy="5547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" name="Line 84"/>
            <p:cNvSpPr/>
            <p:nvPr/>
          </p:nvSpPr>
          <p:spPr>
            <a:xfrm>
              <a:off x="5634000" y="4884480"/>
              <a:ext cx="529560" cy="397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" name="Line 85"/>
            <p:cNvSpPr/>
            <p:nvPr/>
          </p:nvSpPr>
          <p:spPr>
            <a:xfrm flipH="1" flipV="1">
              <a:off x="6871680" y="5654520"/>
              <a:ext cx="248040" cy="5371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" name="Line 86"/>
            <p:cNvSpPr/>
            <p:nvPr/>
          </p:nvSpPr>
          <p:spPr>
            <a:xfrm flipH="1" flipV="1">
              <a:off x="6512760" y="5299560"/>
              <a:ext cx="358920" cy="3589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" name="Line 87"/>
            <p:cNvSpPr/>
            <p:nvPr/>
          </p:nvSpPr>
          <p:spPr>
            <a:xfrm flipV="1">
              <a:off x="7129440" y="5636880"/>
              <a:ext cx="199800" cy="5547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" name="Line 88"/>
            <p:cNvSpPr/>
            <p:nvPr/>
          </p:nvSpPr>
          <p:spPr>
            <a:xfrm>
              <a:off x="6850080" y="5179320"/>
              <a:ext cx="500760" cy="4597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" name="Line 89"/>
            <p:cNvSpPr/>
            <p:nvPr/>
          </p:nvSpPr>
          <p:spPr>
            <a:xfrm flipV="1">
              <a:off x="7350840" y="5608080"/>
              <a:ext cx="358560" cy="309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" name="Line 90"/>
            <p:cNvSpPr/>
            <p:nvPr/>
          </p:nvSpPr>
          <p:spPr>
            <a:xfrm flipV="1">
              <a:off x="7719120" y="5590440"/>
              <a:ext cx="360" cy="5295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" name="Line 91"/>
            <p:cNvSpPr/>
            <p:nvPr/>
          </p:nvSpPr>
          <p:spPr>
            <a:xfrm flipH="1" flipV="1">
              <a:off x="7608600" y="4995000"/>
              <a:ext cx="108720" cy="5896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" name="Line 92"/>
            <p:cNvSpPr/>
            <p:nvPr/>
          </p:nvSpPr>
          <p:spPr>
            <a:xfrm flipV="1">
              <a:off x="7608600" y="4711680"/>
              <a:ext cx="240480" cy="2930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" name="Line 93"/>
            <p:cNvSpPr/>
            <p:nvPr/>
          </p:nvSpPr>
          <p:spPr>
            <a:xfrm flipH="1">
              <a:off x="7849080" y="4446000"/>
              <a:ext cx="238680" cy="267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" name="Line 94"/>
            <p:cNvSpPr/>
            <p:nvPr/>
          </p:nvSpPr>
          <p:spPr>
            <a:xfrm flipH="1" flipV="1">
              <a:off x="7878240" y="4711680"/>
              <a:ext cx="320040" cy="1591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" name="Line 95"/>
            <p:cNvSpPr/>
            <p:nvPr/>
          </p:nvSpPr>
          <p:spPr>
            <a:xfrm flipH="1">
              <a:off x="7709400" y="5456520"/>
              <a:ext cx="898200" cy="1494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" name="Line 96"/>
            <p:cNvSpPr/>
            <p:nvPr/>
          </p:nvSpPr>
          <p:spPr>
            <a:xfrm flipV="1">
              <a:off x="6850080" y="4281120"/>
              <a:ext cx="529560" cy="9136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" name="Line 140"/>
            <p:cNvSpPr/>
            <p:nvPr/>
          </p:nvSpPr>
          <p:spPr>
            <a:xfrm flipV="1">
              <a:off x="7379640" y="3590640"/>
              <a:ext cx="360" cy="694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" name="Line 141"/>
            <p:cNvSpPr/>
            <p:nvPr/>
          </p:nvSpPr>
          <p:spPr>
            <a:xfrm>
              <a:off x="5164560" y="3398760"/>
              <a:ext cx="2224800" cy="195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" name="Line 142"/>
            <p:cNvSpPr/>
            <p:nvPr/>
          </p:nvSpPr>
          <p:spPr>
            <a:xfrm flipH="1" flipV="1">
              <a:off x="7389360" y="3612240"/>
              <a:ext cx="1586880" cy="69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194" name="Group 9"/>
          <p:cNvGrpSpPr/>
          <p:nvPr/>
        </p:nvGrpSpPr>
        <p:grpSpPr>
          <a:xfrm>
            <a:off x="3193920" y="3400200"/>
            <a:ext cx="4680000" cy="1760400"/>
            <a:chOff x="3193920" y="3400200"/>
            <a:chExt cx="4680000" cy="1760400"/>
          </a:xfrm>
        </p:grpSpPr>
        <p:sp>
          <p:nvSpPr>
            <p:cNvPr id="195" name="Line 143"/>
            <p:cNvSpPr/>
            <p:nvPr/>
          </p:nvSpPr>
          <p:spPr>
            <a:xfrm flipV="1">
              <a:off x="3193920" y="3402720"/>
              <a:ext cx="1963800" cy="1672920"/>
            </a:xfrm>
            <a:prstGeom prst="line">
              <a:avLst/>
            </a:prstGeom>
            <a:ln w="25400">
              <a:solidFill>
                <a:srgbClr val="00f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" name="Line 144"/>
            <p:cNvSpPr/>
            <p:nvPr/>
          </p:nvSpPr>
          <p:spPr>
            <a:xfrm flipV="1">
              <a:off x="6851520" y="4690080"/>
              <a:ext cx="1022400" cy="461880"/>
            </a:xfrm>
            <a:prstGeom prst="line">
              <a:avLst/>
            </a:prstGeom>
            <a:ln w="25400">
              <a:solidFill>
                <a:srgbClr val="00f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" name="Line 145"/>
            <p:cNvSpPr/>
            <p:nvPr/>
          </p:nvSpPr>
          <p:spPr>
            <a:xfrm flipH="1" flipV="1">
              <a:off x="5167800" y="3400200"/>
              <a:ext cx="1684440" cy="1760400"/>
            </a:xfrm>
            <a:prstGeom prst="line">
              <a:avLst/>
            </a:prstGeom>
            <a:ln w="25400">
              <a:solidFill>
                <a:srgbClr val="00f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98" name="Line 146"/>
          <p:cNvSpPr/>
          <p:nvPr/>
        </p:nvSpPr>
        <p:spPr>
          <a:xfrm flipV="1">
            <a:off x="2780280" y="5060880"/>
            <a:ext cx="428760" cy="757080"/>
          </a:xfrm>
          <a:prstGeom prst="line">
            <a:avLst/>
          </a:prstGeom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9" name="Line 147"/>
          <p:cNvSpPr/>
          <p:nvPr/>
        </p:nvSpPr>
        <p:spPr>
          <a:xfrm>
            <a:off x="2790000" y="5830560"/>
            <a:ext cx="809280" cy="88920"/>
          </a:xfrm>
          <a:prstGeom prst="line">
            <a:avLst/>
          </a:prstGeom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" name="Line 148"/>
          <p:cNvSpPr/>
          <p:nvPr/>
        </p:nvSpPr>
        <p:spPr>
          <a:xfrm flipH="1">
            <a:off x="3599280" y="5271840"/>
            <a:ext cx="209880" cy="657360"/>
          </a:xfrm>
          <a:prstGeom prst="line">
            <a:avLst/>
          </a:prstGeom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1" name="Line 149"/>
          <p:cNvSpPr/>
          <p:nvPr/>
        </p:nvSpPr>
        <p:spPr>
          <a:xfrm>
            <a:off x="3748680" y="4243320"/>
            <a:ext cx="60480" cy="1046160"/>
          </a:xfrm>
          <a:prstGeom prst="line">
            <a:avLst/>
          </a:prstGeom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2" name="Line 150"/>
          <p:cNvSpPr/>
          <p:nvPr/>
        </p:nvSpPr>
        <p:spPr>
          <a:xfrm flipH="1">
            <a:off x="3739320" y="3365280"/>
            <a:ext cx="587160" cy="879480"/>
          </a:xfrm>
          <a:prstGeom prst="line">
            <a:avLst/>
          </a:prstGeom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3" name="Line 151"/>
          <p:cNvSpPr/>
          <p:nvPr/>
        </p:nvSpPr>
        <p:spPr>
          <a:xfrm>
            <a:off x="4326480" y="3355920"/>
            <a:ext cx="838080" cy="41040"/>
          </a:xfrm>
          <a:prstGeom prst="line">
            <a:avLst/>
          </a:prstGeom>
          <a:ln w="254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4" name="Line 152"/>
          <p:cNvSpPr/>
          <p:nvPr/>
        </p:nvSpPr>
        <p:spPr>
          <a:xfrm>
            <a:off x="6850800" y="5179680"/>
            <a:ext cx="500040" cy="459000"/>
          </a:xfrm>
          <a:prstGeom prst="line">
            <a:avLst/>
          </a:prstGeom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5" name="Line 153"/>
          <p:cNvSpPr/>
          <p:nvPr/>
        </p:nvSpPr>
        <p:spPr>
          <a:xfrm flipV="1">
            <a:off x="7350840" y="5608440"/>
            <a:ext cx="358560" cy="30240"/>
          </a:xfrm>
          <a:prstGeom prst="line">
            <a:avLst/>
          </a:prstGeom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4760" bIns="-1476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" name="Line 154"/>
          <p:cNvSpPr/>
          <p:nvPr/>
        </p:nvSpPr>
        <p:spPr>
          <a:xfrm flipH="1" flipV="1">
            <a:off x="7609320" y="4992480"/>
            <a:ext cx="109800" cy="587520"/>
          </a:xfrm>
          <a:prstGeom prst="line">
            <a:avLst/>
          </a:prstGeom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7" name="Line 155"/>
          <p:cNvSpPr/>
          <p:nvPr/>
        </p:nvSpPr>
        <p:spPr>
          <a:xfrm flipV="1">
            <a:off x="7609320" y="4713120"/>
            <a:ext cx="239760" cy="288720"/>
          </a:xfrm>
          <a:prstGeom prst="line">
            <a:avLst/>
          </a:prstGeom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" name="Line 156"/>
          <p:cNvSpPr/>
          <p:nvPr/>
        </p:nvSpPr>
        <p:spPr>
          <a:xfrm flipV="1">
            <a:off x="6850800" y="4273200"/>
            <a:ext cx="528480" cy="917640"/>
          </a:xfrm>
          <a:prstGeom prst="line">
            <a:avLst/>
          </a:prstGeom>
          <a:ln w="254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9" name="Line 157"/>
          <p:cNvSpPr/>
          <p:nvPr/>
        </p:nvSpPr>
        <p:spPr>
          <a:xfrm flipV="1">
            <a:off x="7379280" y="3584520"/>
            <a:ext cx="360" cy="698400"/>
          </a:xfrm>
          <a:prstGeom prst="line">
            <a:avLst/>
          </a:prstGeom>
          <a:ln w="254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0" name="Line 158"/>
          <p:cNvSpPr/>
          <p:nvPr/>
        </p:nvSpPr>
        <p:spPr>
          <a:xfrm>
            <a:off x="5164560" y="3395520"/>
            <a:ext cx="2224440" cy="198360"/>
          </a:xfrm>
          <a:prstGeom prst="line">
            <a:avLst/>
          </a:prstGeom>
          <a:ln w="2540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11" name="Group 10"/>
          <p:cNvGrpSpPr/>
          <p:nvPr/>
        </p:nvGrpSpPr>
        <p:grpSpPr>
          <a:xfrm>
            <a:off x="2696400" y="3275640"/>
            <a:ext cx="6378840" cy="3006720"/>
            <a:chOff x="2696400" y="3275640"/>
            <a:chExt cx="6378840" cy="3006720"/>
          </a:xfrm>
        </p:grpSpPr>
        <p:grpSp>
          <p:nvGrpSpPr>
            <p:cNvPr id="212" name="Group 18"/>
            <p:cNvGrpSpPr/>
            <p:nvPr/>
          </p:nvGrpSpPr>
          <p:grpSpPr>
            <a:xfrm>
              <a:off x="2696400" y="3275640"/>
              <a:ext cx="5588640" cy="2925000"/>
              <a:chOff x="2696400" y="3275640"/>
              <a:chExt cx="5588640" cy="2925000"/>
            </a:xfrm>
          </p:grpSpPr>
          <p:sp>
            <p:nvSpPr>
              <p:cNvPr id="213" name="Oval 29"/>
              <p:cNvSpPr/>
              <p:nvPr/>
            </p:nvSpPr>
            <p:spPr>
              <a:xfrm rot="16200000">
                <a:off x="2696400" y="572220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14" name="Oval 30"/>
              <p:cNvSpPr/>
              <p:nvPr/>
            </p:nvSpPr>
            <p:spPr>
              <a:xfrm rot="16200000">
                <a:off x="3506400" y="582984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15" name="Oval 31"/>
              <p:cNvSpPr/>
              <p:nvPr/>
            </p:nvSpPr>
            <p:spPr>
              <a:xfrm rot="16200000">
                <a:off x="3706200" y="519156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16" name="Oval 32"/>
              <p:cNvSpPr/>
              <p:nvPr/>
            </p:nvSpPr>
            <p:spPr>
              <a:xfrm rot="16200000">
                <a:off x="3655800" y="414396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17" name="Oval 33"/>
              <p:cNvSpPr/>
              <p:nvPr/>
            </p:nvSpPr>
            <p:spPr>
              <a:xfrm rot="16200000">
                <a:off x="3469680" y="329220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18" name="Oval 34"/>
              <p:cNvSpPr/>
              <p:nvPr/>
            </p:nvSpPr>
            <p:spPr>
              <a:xfrm rot="16200000">
                <a:off x="4237920" y="327456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19" name="Oval 35"/>
              <p:cNvSpPr/>
              <p:nvPr/>
            </p:nvSpPr>
            <p:spPr>
              <a:xfrm rot="16200000">
                <a:off x="4298040" y="486972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0" name="Oval 36"/>
              <p:cNvSpPr/>
              <p:nvPr/>
            </p:nvSpPr>
            <p:spPr>
              <a:xfrm rot="16200000">
                <a:off x="5085720" y="522864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1" name="Oval 37"/>
              <p:cNvSpPr/>
              <p:nvPr/>
            </p:nvSpPr>
            <p:spPr>
              <a:xfrm rot="16200000">
                <a:off x="4773240" y="569988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2" name="Oval 38"/>
              <p:cNvSpPr/>
              <p:nvPr/>
            </p:nvSpPr>
            <p:spPr>
              <a:xfrm rot="16200000">
                <a:off x="5482440" y="585828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3" name="Oval 39"/>
              <p:cNvSpPr/>
              <p:nvPr/>
            </p:nvSpPr>
            <p:spPr>
              <a:xfrm rot="16200000">
                <a:off x="5173920" y="423216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4" name="Oval 40"/>
              <p:cNvSpPr/>
              <p:nvPr/>
            </p:nvSpPr>
            <p:spPr>
              <a:xfrm rot="16200000">
                <a:off x="6063480" y="517608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5" name="Oval 41"/>
              <p:cNvSpPr/>
              <p:nvPr/>
            </p:nvSpPr>
            <p:spPr>
              <a:xfrm rot="16200000">
                <a:off x="6225480" y="472716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6" name="Oval 42"/>
              <p:cNvSpPr/>
              <p:nvPr/>
            </p:nvSpPr>
            <p:spPr>
              <a:xfrm rot="16200000">
                <a:off x="6622200" y="451836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7" name="Oval 43"/>
              <p:cNvSpPr/>
              <p:nvPr/>
            </p:nvSpPr>
            <p:spPr>
              <a:xfrm rot="16200000">
                <a:off x="6413760" y="519480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8" name="Oval 44"/>
              <p:cNvSpPr/>
              <p:nvPr/>
            </p:nvSpPr>
            <p:spPr>
              <a:xfrm rot="16200000">
                <a:off x="6772680" y="556524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29" name="Oval 45"/>
              <p:cNvSpPr/>
              <p:nvPr/>
            </p:nvSpPr>
            <p:spPr>
              <a:xfrm rot="16200000">
                <a:off x="7243200" y="554472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0" name="Oval 46"/>
              <p:cNvSpPr/>
              <p:nvPr/>
            </p:nvSpPr>
            <p:spPr>
              <a:xfrm rot="16200000">
                <a:off x="7619400" y="550800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1" name="Oval 47"/>
              <p:cNvSpPr/>
              <p:nvPr/>
            </p:nvSpPr>
            <p:spPr>
              <a:xfrm rot="16200000">
                <a:off x="7620480" y="601524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2" name="Oval 48"/>
              <p:cNvSpPr/>
              <p:nvPr/>
            </p:nvSpPr>
            <p:spPr>
              <a:xfrm rot="16200000">
                <a:off x="7522560" y="491616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3" name="Oval 49"/>
              <p:cNvSpPr/>
              <p:nvPr/>
            </p:nvSpPr>
            <p:spPr>
              <a:xfrm rot="16200000">
                <a:off x="8099640" y="477540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4" name="Oval 50"/>
              <p:cNvSpPr/>
              <p:nvPr/>
            </p:nvSpPr>
            <p:spPr>
              <a:xfrm rot="16200000">
                <a:off x="8001720" y="434556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5" name="Oval 51"/>
              <p:cNvSpPr/>
              <p:nvPr/>
            </p:nvSpPr>
            <p:spPr>
              <a:xfrm rot="16200000">
                <a:off x="7286040" y="418284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6" name="Oval 52"/>
              <p:cNvSpPr/>
              <p:nvPr/>
            </p:nvSpPr>
            <p:spPr>
              <a:xfrm rot="16200000">
                <a:off x="7296480" y="349488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237" name="Group 19"/>
            <p:cNvGrpSpPr/>
            <p:nvPr/>
          </p:nvGrpSpPr>
          <p:grpSpPr>
            <a:xfrm>
              <a:off x="3114720" y="3301560"/>
              <a:ext cx="5960520" cy="2980800"/>
              <a:chOff x="3114720" y="3301560"/>
              <a:chExt cx="5960520" cy="2980800"/>
            </a:xfrm>
          </p:grpSpPr>
          <p:sp>
            <p:nvSpPr>
              <p:cNvPr id="238" name="Oval 53"/>
              <p:cNvSpPr/>
              <p:nvPr/>
            </p:nvSpPr>
            <p:spPr>
              <a:xfrm rot="16200000">
                <a:off x="3114720" y="497772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39" name="Oval 54"/>
              <p:cNvSpPr/>
              <p:nvPr/>
            </p:nvSpPr>
            <p:spPr>
              <a:xfrm rot="16200000">
                <a:off x="5072040" y="330156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0" name="Oval 55"/>
              <p:cNvSpPr/>
              <p:nvPr/>
            </p:nvSpPr>
            <p:spPr>
              <a:xfrm rot="16200000">
                <a:off x="4607280" y="404928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1" name="Oval 56"/>
              <p:cNvSpPr/>
              <p:nvPr/>
            </p:nvSpPr>
            <p:spPr>
              <a:xfrm rot="16200000">
                <a:off x="4140000" y="5719680"/>
                <a:ext cx="185400" cy="1875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2" name="Oval 96"/>
              <p:cNvSpPr/>
              <p:nvPr/>
            </p:nvSpPr>
            <p:spPr>
              <a:xfrm rot="16200000">
                <a:off x="5534640" y="479448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3" name="Oval 98"/>
              <p:cNvSpPr/>
              <p:nvPr/>
            </p:nvSpPr>
            <p:spPr>
              <a:xfrm rot="16200000">
                <a:off x="6281640" y="5719680"/>
                <a:ext cx="185400" cy="1875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4" name="Oval 99"/>
              <p:cNvSpPr/>
              <p:nvPr/>
            </p:nvSpPr>
            <p:spPr>
              <a:xfrm rot="16200000">
                <a:off x="7029360" y="609696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5" name="Oval 127"/>
              <p:cNvSpPr/>
              <p:nvPr/>
            </p:nvSpPr>
            <p:spPr>
              <a:xfrm rot="16200000">
                <a:off x="6748920" y="507348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6" name="Oval 128"/>
              <p:cNvSpPr/>
              <p:nvPr/>
            </p:nvSpPr>
            <p:spPr>
              <a:xfrm rot="16200000">
                <a:off x="8514360" y="535284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7" name="Oval 129"/>
              <p:cNvSpPr/>
              <p:nvPr/>
            </p:nvSpPr>
            <p:spPr>
              <a:xfrm rot="16200000">
                <a:off x="8889840" y="358092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48" name="Oval 130"/>
              <p:cNvSpPr/>
              <p:nvPr/>
            </p:nvSpPr>
            <p:spPr>
              <a:xfrm rot="16200000">
                <a:off x="7772400" y="460332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249" name="Group 20"/>
            <p:cNvGrpSpPr/>
            <p:nvPr/>
          </p:nvGrpSpPr>
          <p:grpSpPr>
            <a:xfrm>
              <a:off x="3104280" y="4613040"/>
              <a:ext cx="4861080" cy="555840"/>
              <a:chOff x="3104280" y="4613040"/>
              <a:chExt cx="4861080" cy="555840"/>
            </a:xfrm>
          </p:grpSpPr>
          <p:sp>
            <p:nvSpPr>
              <p:cNvPr id="250" name="Oval 131"/>
              <p:cNvSpPr/>
              <p:nvPr/>
            </p:nvSpPr>
            <p:spPr>
              <a:xfrm rot="16200000">
                <a:off x="3104280" y="4982400"/>
                <a:ext cx="186480" cy="186480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51" name="Oval 132"/>
              <p:cNvSpPr/>
              <p:nvPr/>
            </p:nvSpPr>
            <p:spPr>
              <a:xfrm rot="16200000">
                <a:off x="7779600" y="4612320"/>
                <a:ext cx="185040" cy="186480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" dur="indefinite" restart="never" nodeType="tmRoot">
          <p:childTnLst>
            <p:seq>
              <p:cTn id="86" dur="indefinite" nodeType="mainSeq">
                <p:childTnLst>
                  <p:par>
                    <p:cTn id="87" nodeType="clickEffect" fill="hold">
                      <p:stCondLst>
                        <p:cond delay="indefinite"/>
                      </p:stCondLst>
                      <p:childTnLst>
                        <p:par>
                          <p:cTn id="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nodeType="clickEffect" fill="hold">
                      <p:stCondLst>
                        <p:cond delay="indefinite"/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nodeType="clickEffect" fill="hold">
                      <p:stCondLst>
                        <p:cond delay="indefinite"/>
                      </p:stCondLst>
                      <p:childTnLst>
                        <p:par>
                          <p:cTn id="1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nodeType="clickEffect" fill="hold">
                      <p:stCondLst>
                        <p:cond delay="indefinite"/>
                      </p:stCondLst>
                      <p:childTnLst>
                        <p:par>
                          <p:cTn id="1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nodeType="clickEffect" fill="hold">
                      <p:stCondLst>
                        <p:cond delay="indefinite"/>
                      </p:stCondLst>
                      <p:childTnLst>
                        <p:par>
                          <p:cTn id="1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nodeType="clickEffect" fill="hold">
                      <p:stCondLst>
                        <p:cond delay="indefinite"/>
                      </p:stCondLst>
                      <p:childTnLst>
                        <p:par>
                          <p:cTn id="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nodeType="clickEffect" fill="hold">
                      <p:stCondLst>
                        <p:cond delay="indefinite"/>
                      </p:stCondLst>
                      <p:childTnLst>
                        <p:par>
                          <p:cTn id="1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nodeType="clickEffect" fill="hold">
                      <p:stCondLst>
                        <p:cond delay="indefinite"/>
                      </p:stCondLst>
                      <p:childTnLst>
                        <p:par>
                          <p:cTn id="1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nodeType="clickEffect" fill="hold">
                      <p:stCondLst>
                        <p:cond delay="indefinite"/>
                      </p:stCondLst>
                      <p:childTnLst>
                        <p:par>
                          <p:cTn id="1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nodeType="clickEffect" fill="hold">
                      <p:stCondLst>
                        <p:cond delay="indefinite"/>
                      </p:stCondLst>
                      <p:childTnLst>
                        <p:par>
                          <p:cTn id="1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nodeType="clickEffect" fill="hold">
                      <p:stCondLst>
                        <p:cond delay="indefinite"/>
                      </p:stCondLst>
                      <p:childTnLst>
                        <p:par>
                          <p:cTn id="1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nodeType="clickEffect" fill="hold">
                      <p:stCondLst>
                        <p:cond delay="indefinite"/>
                      </p:stCondLst>
                      <p:childTnLst>
                        <p:par>
                          <p:cTn id="1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nodeType="clickEffect" fill="hold">
                      <p:stCondLst>
                        <p:cond delay="indefinite"/>
                      </p:stCondLst>
                      <p:childTnLst>
                        <p:par>
                          <p:cTn id="1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68720" y="375480"/>
            <a:ext cx="11253960" cy="12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94" strike="noStrike">
                <a:solidFill>
                  <a:schemeClr val="lt1"/>
                </a:solidFill>
                <a:latin typeface="Garamond"/>
              </a:rPr>
              <a:t>Hierarchical Path Planning:</a:t>
            </a:r>
            <a:br>
              <a:rPr sz="4000"/>
            </a:br>
            <a:r>
              <a:rPr b="1" lang="en-US" sz="3200" spc="94" strike="noStrike">
                <a:solidFill>
                  <a:schemeClr val="lt1"/>
                </a:solidFill>
                <a:latin typeface="Garamond"/>
              </a:rPr>
              <a:t>Path Search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914400" y="1883520"/>
            <a:ext cx="10286640" cy="1324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Step 3: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Assemble final path from each path segment.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4" name="Group 15"/>
          <p:cNvGrpSpPr/>
          <p:nvPr/>
        </p:nvGrpSpPr>
        <p:grpSpPr>
          <a:xfrm>
            <a:off x="2774880" y="3352680"/>
            <a:ext cx="6195960" cy="2827800"/>
            <a:chOff x="2774880" y="3352680"/>
            <a:chExt cx="6195960" cy="2827800"/>
          </a:xfrm>
        </p:grpSpPr>
        <p:sp>
          <p:nvSpPr>
            <p:cNvPr id="255" name="Line 97"/>
            <p:cNvSpPr/>
            <p:nvPr/>
          </p:nvSpPr>
          <p:spPr>
            <a:xfrm flipV="1">
              <a:off x="2774880" y="5049720"/>
              <a:ext cx="428760" cy="7563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" name="Line 98"/>
            <p:cNvSpPr/>
            <p:nvPr/>
          </p:nvSpPr>
          <p:spPr>
            <a:xfrm>
              <a:off x="2784600" y="5819760"/>
              <a:ext cx="808920" cy="892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280" bIns="4428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" name="Line 99"/>
            <p:cNvSpPr/>
            <p:nvPr/>
          </p:nvSpPr>
          <p:spPr>
            <a:xfrm flipH="1">
              <a:off x="3593520" y="5263200"/>
              <a:ext cx="209520" cy="6595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" name="Line 100"/>
            <p:cNvSpPr/>
            <p:nvPr/>
          </p:nvSpPr>
          <p:spPr>
            <a:xfrm>
              <a:off x="3742920" y="4235040"/>
              <a:ext cx="60120" cy="1045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" name="Line 101"/>
            <p:cNvSpPr/>
            <p:nvPr/>
          </p:nvSpPr>
          <p:spPr>
            <a:xfrm>
              <a:off x="3552840" y="3389400"/>
              <a:ext cx="199800" cy="8672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" name="Line 102"/>
            <p:cNvSpPr/>
            <p:nvPr/>
          </p:nvSpPr>
          <p:spPr>
            <a:xfrm flipV="1">
              <a:off x="3543120" y="3362400"/>
              <a:ext cx="777960" cy="136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320" bIns="-313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" name="Line 103"/>
            <p:cNvSpPr/>
            <p:nvPr/>
          </p:nvSpPr>
          <p:spPr>
            <a:xfrm flipH="1">
              <a:off x="3733200" y="3356640"/>
              <a:ext cx="587880" cy="8784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" name="Line 104"/>
            <p:cNvSpPr/>
            <p:nvPr/>
          </p:nvSpPr>
          <p:spPr>
            <a:xfrm>
              <a:off x="4321080" y="3352680"/>
              <a:ext cx="838080" cy="388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" name="Line 105"/>
            <p:cNvSpPr/>
            <p:nvPr/>
          </p:nvSpPr>
          <p:spPr>
            <a:xfrm flipH="1">
              <a:off x="4381200" y="4142160"/>
              <a:ext cx="310320" cy="8262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" name="Line 106"/>
            <p:cNvSpPr/>
            <p:nvPr/>
          </p:nvSpPr>
          <p:spPr>
            <a:xfrm flipH="1" flipV="1">
              <a:off x="4691520" y="4142160"/>
              <a:ext cx="578160" cy="1782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5" name="Line 107"/>
            <p:cNvSpPr/>
            <p:nvPr/>
          </p:nvSpPr>
          <p:spPr>
            <a:xfrm flipH="1" flipV="1">
              <a:off x="5259960" y="4307040"/>
              <a:ext cx="370440" cy="5817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6" name="Line 108"/>
            <p:cNvSpPr/>
            <p:nvPr/>
          </p:nvSpPr>
          <p:spPr>
            <a:xfrm flipV="1">
              <a:off x="5168880" y="4875120"/>
              <a:ext cx="459720" cy="442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7" name="Line 109"/>
            <p:cNvSpPr/>
            <p:nvPr/>
          </p:nvSpPr>
          <p:spPr>
            <a:xfrm>
              <a:off x="4381200" y="4954680"/>
              <a:ext cx="787680" cy="3686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8" name="Line 110"/>
            <p:cNvSpPr/>
            <p:nvPr/>
          </p:nvSpPr>
          <p:spPr>
            <a:xfrm flipH="1">
              <a:off x="4860360" y="5319360"/>
              <a:ext cx="318240" cy="4676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9" name="Line 111"/>
            <p:cNvSpPr/>
            <p:nvPr/>
          </p:nvSpPr>
          <p:spPr>
            <a:xfrm flipH="1" flipV="1">
              <a:off x="4850640" y="5784840"/>
              <a:ext cx="717840" cy="1533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0" name="Line 112"/>
            <p:cNvSpPr/>
            <p:nvPr/>
          </p:nvSpPr>
          <p:spPr>
            <a:xfrm flipH="1">
              <a:off x="4231800" y="5804280"/>
              <a:ext cx="628560" cy="3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1" name="Line 113"/>
            <p:cNvSpPr/>
            <p:nvPr/>
          </p:nvSpPr>
          <p:spPr>
            <a:xfrm flipV="1">
              <a:off x="5638320" y="4828680"/>
              <a:ext cx="686520" cy="486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2" name="Line 114"/>
            <p:cNvSpPr/>
            <p:nvPr/>
          </p:nvSpPr>
          <p:spPr>
            <a:xfrm flipV="1">
              <a:off x="6307560" y="4596120"/>
              <a:ext cx="397800" cy="222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3" name="Line 115"/>
            <p:cNvSpPr/>
            <p:nvPr/>
          </p:nvSpPr>
          <p:spPr>
            <a:xfrm>
              <a:off x="6307560" y="4820760"/>
              <a:ext cx="529560" cy="3452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4" name="Line 116"/>
            <p:cNvSpPr/>
            <p:nvPr/>
          </p:nvSpPr>
          <p:spPr>
            <a:xfrm>
              <a:off x="6705360" y="4605480"/>
              <a:ext cx="139680" cy="5781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5" name="Line 117"/>
            <p:cNvSpPr/>
            <p:nvPr/>
          </p:nvSpPr>
          <p:spPr>
            <a:xfrm flipH="1" flipV="1">
              <a:off x="6158160" y="5284440"/>
              <a:ext cx="209520" cy="5547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6" name="Line 118"/>
            <p:cNvSpPr/>
            <p:nvPr/>
          </p:nvSpPr>
          <p:spPr>
            <a:xfrm>
              <a:off x="5628600" y="4873320"/>
              <a:ext cx="529560" cy="397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7" name="Line 119"/>
            <p:cNvSpPr/>
            <p:nvPr/>
          </p:nvSpPr>
          <p:spPr>
            <a:xfrm flipH="1" flipV="1">
              <a:off x="6866280" y="5643360"/>
              <a:ext cx="248400" cy="5371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8" name="Line 120"/>
            <p:cNvSpPr/>
            <p:nvPr/>
          </p:nvSpPr>
          <p:spPr>
            <a:xfrm flipH="1" flipV="1">
              <a:off x="6507360" y="5288400"/>
              <a:ext cx="358920" cy="3589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9" name="Line 121"/>
            <p:cNvSpPr/>
            <p:nvPr/>
          </p:nvSpPr>
          <p:spPr>
            <a:xfrm flipV="1">
              <a:off x="7124040" y="5625720"/>
              <a:ext cx="200160" cy="5547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0" name="Line 122"/>
            <p:cNvSpPr/>
            <p:nvPr/>
          </p:nvSpPr>
          <p:spPr>
            <a:xfrm>
              <a:off x="6845040" y="5168160"/>
              <a:ext cx="500400" cy="4597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1" name="Line 123"/>
            <p:cNvSpPr/>
            <p:nvPr/>
          </p:nvSpPr>
          <p:spPr>
            <a:xfrm flipV="1">
              <a:off x="7345440" y="5596920"/>
              <a:ext cx="358920" cy="309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2" name="Line 124"/>
            <p:cNvSpPr/>
            <p:nvPr/>
          </p:nvSpPr>
          <p:spPr>
            <a:xfrm flipV="1">
              <a:off x="7714080" y="5579280"/>
              <a:ext cx="360" cy="52956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3" name="Line 125"/>
            <p:cNvSpPr/>
            <p:nvPr/>
          </p:nvSpPr>
          <p:spPr>
            <a:xfrm flipH="1" flipV="1">
              <a:off x="7603200" y="4983840"/>
              <a:ext cx="108720" cy="5896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4" name="Line 126"/>
            <p:cNvSpPr/>
            <p:nvPr/>
          </p:nvSpPr>
          <p:spPr>
            <a:xfrm flipV="1">
              <a:off x="7603200" y="4700520"/>
              <a:ext cx="240840" cy="2930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" name="Line 127"/>
            <p:cNvSpPr/>
            <p:nvPr/>
          </p:nvSpPr>
          <p:spPr>
            <a:xfrm flipH="1">
              <a:off x="7844040" y="4434840"/>
              <a:ext cx="238320" cy="267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6" name="Line 128"/>
            <p:cNvSpPr/>
            <p:nvPr/>
          </p:nvSpPr>
          <p:spPr>
            <a:xfrm flipH="1" flipV="1">
              <a:off x="7872840" y="4700520"/>
              <a:ext cx="320400" cy="15912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7" name="Line 129"/>
            <p:cNvSpPr/>
            <p:nvPr/>
          </p:nvSpPr>
          <p:spPr>
            <a:xfrm flipH="1">
              <a:off x="7704360" y="5445360"/>
              <a:ext cx="898200" cy="14940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8" name="Line 130"/>
            <p:cNvSpPr/>
            <p:nvPr/>
          </p:nvSpPr>
          <p:spPr>
            <a:xfrm flipV="1">
              <a:off x="6845040" y="4269960"/>
              <a:ext cx="529560" cy="91368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9" name="Line 131"/>
            <p:cNvSpPr/>
            <p:nvPr/>
          </p:nvSpPr>
          <p:spPr>
            <a:xfrm flipV="1">
              <a:off x="7374600" y="3579480"/>
              <a:ext cx="360" cy="6944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0" name="Line 132"/>
            <p:cNvSpPr/>
            <p:nvPr/>
          </p:nvSpPr>
          <p:spPr>
            <a:xfrm>
              <a:off x="5159160" y="3387600"/>
              <a:ext cx="2225160" cy="195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1" name="Line 133"/>
            <p:cNvSpPr/>
            <p:nvPr/>
          </p:nvSpPr>
          <p:spPr>
            <a:xfrm flipH="1" flipV="1">
              <a:off x="7384320" y="3601080"/>
              <a:ext cx="1586520" cy="69840"/>
            </a:xfrm>
            <a:prstGeom prst="line">
              <a:avLst/>
            </a:prstGeom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292" name="Group 16"/>
          <p:cNvGrpSpPr/>
          <p:nvPr/>
        </p:nvGrpSpPr>
        <p:grpSpPr>
          <a:xfrm>
            <a:off x="2790720" y="3352680"/>
            <a:ext cx="5058720" cy="2573280"/>
            <a:chOff x="2790720" y="3352680"/>
            <a:chExt cx="5058720" cy="2573280"/>
          </a:xfrm>
        </p:grpSpPr>
        <p:grpSp>
          <p:nvGrpSpPr>
            <p:cNvPr id="293" name="Group 17"/>
            <p:cNvGrpSpPr/>
            <p:nvPr/>
          </p:nvGrpSpPr>
          <p:grpSpPr>
            <a:xfrm>
              <a:off x="2790720" y="3352680"/>
              <a:ext cx="2374920" cy="2573280"/>
              <a:chOff x="2790720" y="3352680"/>
              <a:chExt cx="2374920" cy="2573280"/>
            </a:xfrm>
          </p:grpSpPr>
          <p:sp>
            <p:nvSpPr>
              <p:cNvPr id="294" name="Line 134"/>
              <p:cNvSpPr/>
              <p:nvPr/>
            </p:nvSpPr>
            <p:spPr>
              <a:xfrm flipV="1">
                <a:off x="2796480" y="5005800"/>
                <a:ext cx="428400" cy="757440"/>
              </a:xfrm>
              <a:prstGeom prst="line">
                <a:avLst/>
              </a:prstGeom>
              <a:ln w="254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5" name="Line 135"/>
              <p:cNvSpPr/>
              <p:nvPr/>
            </p:nvSpPr>
            <p:spPr>
              <a:xfrm>
                <a:off x="2790720" y="5827320"/>
                <a:ext cx="809640" cy="88920"/>
              </a:xfrm>
              <a:prstGeom prst="line">
                <a:avLst/>
              </a:prstGeom>
              <a:ln w="254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6" name="Line 136"/>
              <p:cNvSpPr/>
              <p:nvPr/>
            </p:nvSpPr>
            <p:spPr>
              <a:xfrm flipH="1">
                <a:off x="3600360" y="5268600"/>
                <a:ext cx="209520" cy="657360"/>
              </a:xfrm>
              <a:prstGeom prst="line">
                <a:avLst/>
              </a:prstGeom>
              <a:ln w="254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7" name="Line 137"/>
              <p:cNvSpPr/>
              <p:nvPr/>
            </p:nvSpPr>
            <p:spPr>
              <a:xfrm>
                <a:off x="3742560" y="4188240"/>
                <a:ext cx="60480" cy="1046160"/>
              </a:xfrm>
              <a:prstGeom prst="line">
                <a:avLst/>
              </a:prstGeom>
              <a:ln w="254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8" name="Line 138"/>
              <p:cNvSpPr/>
              <p:nvPr/>
            </p:nvSpPr>
            <p:spPr>
              <a:xfrm flipH="1">
                <a:off x="3740040" y="3352680"/>
                <a:ext cx="587520" cy="879480"/>
              </a:xfrm>
              <a:prstGeom prst="line">
                <a:avLst/>
              </a:prstGeom>
              <a:ln w="254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9" name="Line 139"/>
              <p:cNvSpPr/>
              <p:nvPr/>
            </p:nvSpPr>
            <p:spPr>
              <a:xfrm>
                <a:off x="4327560" y="3352680"/>
                <a:ext cx="838080" cy="41040"/>
              </a:xfrm>
              <a:prstGeom prst="line">
                <a:avLst/>
              </a:prstGeom>
              <a:ln w="2540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60" bIns="-396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300" name="Group 31"/>
            <p:cNvGrpSpPr/>
            <p:nvPr/>
          </p:nvGrpSpPr>
          <p:grpSpPr>
            <a:xfrm>
              <a:off x="6851520" y="4710600"/>
              <a:ext cx="997920" cy="924840"/>
              <a:chOff x="6851520" y="4710600"/>
              <a:chExt cx="997920" cy="924840"/>
            </a:xfrm>
          </p:grpSpPr>
          <p:sp>
            <p:nvSpPr>
              <p:cNvPr id="301" name="Line 255"/>
              <p:cNvSpPr/>
              <p:nvPr/>
            </p:nvSpPr>
            <p:spPr>
              <a:xfrm>
                <a:off x="6851520" y="5176440"/>
                <a:ext cx="500400" cy="459000"/>
              </a:xfrm>
              <a:prstGeom prst="line">
                <a:avLst/>
              </a:prstGeom>
              <a:ln w="25400">
                <a:solidFill>
                  <a:srgbClr val="ff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2" name="Line 256"/>
              <p:cNvSpPr/>
              <p:nvPr/>
            </p:nvSpPr>
            <p:spPr>
              <a:xfrm flipV="1">
                <a:off x="7403400" y="5591520"/>
                <a:ext cx="358560" cy="30240"/>
              </a:xfrm>
              <a:prstGeom prst="line">
                <a:avLst/>
              </a:prstGeom>
              <a:ln w="25400">
                <a:solidFill>
                  <a:srgbClr val="ff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760" bIns="-1476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3" name="Line 257"/>
              <p:cNvSpPr/>
              <p:nvPr/>
            </p:nvSpPr>
            <p:spPr>
              <a:xfrm flipH="1" flipV="1">
                <a:off x="7611480" y="4988520"/>
                <a:ext cx="109440" cy="587160"/>
              </a:xfrm>
              <a:prstGeom prst="line">
                <a:avLst/>
              </a:prstGeom>
              <a:ln w="25400">
                <a:solidFill>
                  <a:srgbClr val="ff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4" name="Line 258"/>
              <p:cNvSpPr/>
              <p:nvPr/>
            </p:nvSpPr>
            <p:spPr>
              <a:xfrm flipV="1">
                <a:off x="7609680" y="4710600"/>
                <a:ext cx="239760" cy="289080"/>
              </a:xfrm>
              <a:prstGeom prst="line">
                <a:avLst/>
              </a:prstGeom>
              <a:ln w="25400">
                <a:solidFill>
                  <a:srgbClr val="ff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305" name="Group 32"/>
            <p:cNvGrpSpPr/>
            <p:nvPr/>
          </p:nvGrpSpPr>
          <p:grpSpPr>
            <a:xfrm>
              <a:off x="5165640" y="3392280"/>
              <a:ext cx="2224080" cy="1794600"/>
              <a:chOff x="5165640" y="3392280"/>
              <a:chExt cx="2224080" cy="1794600"/>
            </a:xfrm>
          </p:grpSpPr>
          <p:sp>
            <p:nvSpPr>
              <p:cNvPr id="306" name="Line 259"/>
              <p:cNvSpPr/>
              <p:nvPr/>
            </p:nvSpPr>
            <p:spPr>
              <a:xfrm flipV="1">
                <a:off x="6852600" y="4269240"/>
                <a:ext cx="528480" cy="917640"/>
              </a:xfrm>
              <a:prstGeom prst="line">
                <a:avLst/>
              </a:prstGeom>
              <a:ln w="25400">
                <a:solidFill>
                  <a:srgbClr val="ff99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7" name="Line 260"/>
              <p:cNvSpPr/>
              <p:nvPr/>
            </p:nvSpPr>
            <p:spPr>
              <a:xfrm flipV="1">
                <a:off x="7380360" y="3581280"/>
                <a:ext cx="360" cy="698400"/>
              </a:xfrm>
              <a:prstGeom prst="line">
                <a:avLst/>
              </a:prstGeom>
              <a:ln w="25400">
                <a:solidFill>
                  <a:srgbClr val="ff99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8" name="Line 261"/>
              <p:cNvSpPr/>
              <p:nvPr/>
            </p:nvSpPr>
            <p:spPr>
              <a:xfrm>
                <a:off x="5165640" y="3392280"/>
                <a:ext cx="2224080" cy="198360"/>
              </a:xfrm>
              <a:prstGeom prst="line">
                <a:avLst/>
              </a:prstGeom>
              <a:ln w="25400">
                <a:solidFill>
                  <a:srgbClr val="ff99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309" name="Group 33"/>
          <p:cNvGrpSpPr/>
          <p:nvPr/>
        </p:nvGrpSpPr>
        <p:grpSpPr>
          <a:xfrm>
            <a:off x="2779200" y="3344760"/>
            <a:ext cx="2383920" cy="2573280"/>
            <a:chOff x="2779200" y="3344760"/>
            <a:chExt cx="2383920" cy="2573280"/>
          </a:xfrm>
        </p:grpSpPr>
        <p:sp>
          <p:nvSpPr>
            <p:cNvPr id="310" name="Line 262"/>
            <p:cNvSpPr/>
            <p:nvPr/>
          </p:nvSpPr>
          <p:spPr>
            <a:xfrm flipV="1">
              <a:off x="2779200" y="5050440"/>
              <a:ext cx="428760" cy="7570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1" name="Line 263"/>
            <p:cNvSpPr/>
            <p:nvPr/>
          </p:nvSpPr>
          <p:spPr>
            <a:xfrm>
              <a:off x="2788200" y="5819400"/>
              <a:ext cx="809640" cy="8892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2" name="Line 264"/>
            <p:cNvSpPr/>
            <p:nvPr/>
          </p:nvSpPr>
          <p:spPr>
            <a:xfrm flipH="1">
              <a:off x="3597840" y="5260680"/>
              <a:ext cx="209520" cy="6573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3" name="Line 265"/>
            <p:cNvSpPr/>
            <p:nvPr/>
          </p:nvSpPr>
          <p:spPr>
            <a:xfrm>
              <a:off x="3738240" y="4232880"/>
              <a:ext cx="60120" cy="10461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4" name="Line 266"/>
            <p:cNvSpPr/>
            <p:nvPr/>
          </p:nvSpPr>
          <p:spPr>
            <a:xfrm flipH="1">
              <a:off x="3737520" y="3354120"/>
              <a:ext cx="587160" cy="8794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5" name="Line 267"/>
            <p:cNvSpPr/>
            <p:nvPr/>
          </p:nvSpPr>
          <p:spPr>
            <a:xfrm>
              <a:off x="4324680" y="3344760"/>
              <a:ext cx="838440" cy="4104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960" bIns="-396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316" name="Group 34"/>
          <p:cNvGrpSpPr/>
          <p:nvPr/>
        </p:nvGrpSpPr>
        <p:grpSpPr>
          <a:xfrm>
            <a:off x="6839280" y="4689720"/>
            <a:ext cx="1017000" cy="924120"/>
            <a:chOff x="6839280" y="4689720"/>
            <a:chExt cx="1017000" cy="924120"/>
          </a:xfrm>
        </p:grpSpPr>
        <p:sp>
          <p:nvSpPr>
            <p:cNvPr id="317" name="Line 268"/>
            <p:cNvSpPr/>
            <p:nvPr/>
          </p:nvSpPr>
          <p:spPr>
            <a:xfrm>
              <a:off x="6839280" y="5154120"/>
              <a:ext cx="500040" cy="45900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8" name="Line 269"/>
            <p:cNvSpPr/>
            <p:nvPr/>
          </p:nvSpPr>
          <p:spPr>
            <a:xfrm flipV="1">
              <a:off x="7389360" y="5583600"/>
              <a:ext cx="358920" cy="3024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9" name="Line 270"/>
            <p:cNvSpPr/>
            <p:nvPr/>
          </p:nvSpPr>
          <p:spPr>
            <a:xfrm flipH="1" flipV="1">
              <a:off x="7603920" y="4966200"/>
              <a:ext cx="109440" cy="5871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0" name="Line 271"/>
            <p:cNvSpPr/>
            <p:nvPr/>
          </p:nvSpPr>
          <p:spPr>
            <a:xfrm flipV="1">
              <a:off x="7616520" y="4689720"/>
              <a:ext cx="239760" cy="2890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321" name="Group 35"/>
          <p:cNvGrpSpPr/>
          <p:nvPr/>
        </p:nvGrpSpPr>
        <p:grpSpPr>
          <a:xfrm>
            <a:off x="5172120" y="3384360"/>
            <a:ext cx="2224080" cy="1796040"/>
            <a:chOff x="5172120" y="3384360"/>
            <a:chExt cx="2224080" cy="1796040"/>
          </a:xfrm>
        </p:grpSpPr>
        <p:sp>
          <p:nvSpPr>
            <p:cNvPr id="322" name="Line 272"/>
            <p:cNvSpPr/>
            <p:nvPr/>
          </p:nvSpPr>
          <p:spPr>
            <a:xfrm flipV="1">
              <a:off x="6858720" y="4263120"/>
              <a:ext cx="528840" cy="9172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3" name="Line 273"/>
            <p:cNvSpPr/>
            <p:nvPr/>
          </p:nvSpPr>
          <p:spPr>
            <a:xfrm flipV="1">
              <a:off x="7386840" y="3573360"/>
              <a:ext cx="360" cy="69840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4" name="Line 274"/>
            <p:cNvSpPr/>
            <p:nvPr/>
          </p:nvSpPr>
          <p:spPr>
            <a:xfrm>
              <a:off x="5172120" y="3384360"/>
              <a:ext cx="2224080" cy="1983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325" name="Group 36"/>
          <p:cNvGrpSpPr/>
          <p:nvPr/>
        </p:nvGrpSpPr>
        <p:grpSpPr>
          <a:xfrm>
            <a:off x="2691000" y="3264480"/>
            <a:ext cx="6378840" cy="3006720"/>
            <a:chOff x="2691000" y="3264480"/>
            <a:chExt cx="6378840" cy="3006720"/>
          </a:xfrm>
        </p:grpSpPr>
        <p:grpSp>
          <p:nvGrpSpPr>
            <p:cNvPr id="326" name="Group 37"/>
            <p:cNvGrpSpPr/>
            <p:nvPr/>
          </p:nvGrpSpPr>
          <p:grpSpPr>
            <a:xfrm>
              <a:off x="2691000" y="3264480"/>
              <a:ext cx="5588640" cy="2925000"/>
              <a:chOff x="2691000" y="3264480"/>
              <a:chExt cx="5588640" cy="2925000"/>
            </a:xfrm>
          </p:grpSpPr>
          <p:sp>
            <p:nvSpPr>
              <p:cNvPr id="327" name="Oval 97"/>
              <p:cNvSpPr/>
              <p:nvPr/>
            </p:nvSpPr>
            <p:spPr>
              <a:xfrm rot="16200000">
                <a:off x="2691000" y="571104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28" name="Oval 100"/>
              <p:cNvSpPr/>
              <p:nvPr/>
            </p:nvSpPr>
            <p:spPr>
              <a:xfrm rot="16200000">
                <a:off x="3501000" y="581868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29" name="Oval 101"/>
              <p:cNvSpPr/>
              <p:nvPr/>
            </p:nvSpPr>
            <p:spPr>
              <a:xfrm rot="16200000">
                <a:off x="3700800" y="518040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0" name="Oval 102"/>
              <p:cNvSpPr/>
              <p:nvPr/>
            </p:nvSpPr>
            <p:spPr>
              <a:xfrm rot="16200000">
                <a:off x="3650400" y="413280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1" name="Oval 103"/>
              <p:cNvSpPr/>
              <p:nvPr/>
            </p:nvSpPr>
            <p:spPr>
              <a:xfrm rot="16200000">
                <a:off x="3464280" y="328104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2" name="Oval 104"/>
              <p:cNvSpPr/>
              <p:nvPr/>
            </p:nvSpPr>
            <p:spPr>
              <a:xfrm rot="16200000">
                <a:off x="4232520" y="326340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3" name="Oval 105"/>
              <p:cNvSpPr/>
              <p:nvPr/>
            </p:nvSpPr>
            <p:spPr>
              <a:xfrm rot="16200000">
                <a:off x="4292640" y="485856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4" name="Oval 106"/>
              <p:cNvSpPr/>
              <p:nvPr/>
            </p:nvSpPr>
            <p:spPr>
              <a:xfrm rot="16200000">
                <a:off x="5080320" y="521748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5" name="Oval 107"/>
              <p:cNvSpPr/>
              <p:nvPr/>
            </p:nvSpPr>
            <p:spPr>
              <a:xfrm rot="16200000">
                <a:off x="4767840" y="568872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6" name="Oval 108"/>
              <p:cNvSpPr/>
              <p:nvPr/>
            </p:nvSpPr>
            <p:spPr>
              <a:xfrm rot="16200000">
                <a:off x="5477040" y="584712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7" name="Oval 109"/>
              <p:cNvSpPr/>
              <p:nvPr/>
            </p:nvSpPr>
            <p:spPr>
              <a:xfrm rot="16200000">
                <a:off x="5168520" y="422100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8" name="Oval 110"/>
              <p:cNvSpPr/>
              <p:nvPr/>
            </p:nvSpPr>
            <p:spPr>
              <a:xfrm rot="16200000">
                <a:off x="6058080" y="516492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39" name="Oval 111"/>
              <p:cNvSpPr/>
              <p:nvPr/>
            </p:nvSpPr>
            <p:spPr>
              <a:xfrm rot="16200000">
                <a:off x="6220080" y="471600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0" name="Oval 112"/>
              <p:cNvSpPr/>
              <p:nvPr/>
            </p:nvSpPr>
            <p:spPr>
              <a:xfrm rot="16200000">
                <a:off x="6616800" y="450720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1" name="Oval 113"/>
              <p:cNvSpPr/>
              <p:nvPr/>
            </p:nvSpPr>
            <p:spPr>
              <a:xfrm rot="16200000">
                <a:off x="6408360" y="518364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2" name="Oval 114"/>
              <p:cNvSpPr/>
              <p:nvPr/>
            </p:nvSpPr>
            <p:spPr>
              <a:xfrm rot="16200000">
                <a:off x="6767280" y="555408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3" name="Oval 115"/>
              <p:cNvSpPr/>
              <p:nvPr/>
            </p:nvSpPr>
            <p:spPr>
              <a:xfrm rot="16200000">
                <a:off x="7237800" y="553356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4" name="Oval 116"/>
              <p:cNvSpPr/>
              <p:nvPr/>
            </p:nvSpPr>
            <p:spPr>
              <a:xfrm rot="16200000">
                <a:off x="7614000" y="5496840"/>
                <a:ext cx="18756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5" name="Oval 117"/>
              <p:cNvSpPr/>
              <p:nvPr/>
            </p:nvSpPr>
            <p:spPr>
              <a:xfrm rot="16200000">
                <a:off x="7615080" y="600408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6" name="Oval 118"/>
              <p:cNvSpPr/>
              <p:nvPr/>
            </p:nvSpPr>
            <p:spPr>
              <a:xfrm rot="16200000">
                <a:off x="7517160" y="490500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7" name="Oval 119"/>
              <p:cNvSpPr/>
              <p:nvPr/>
            </p:nvSpPr>
            <p:spPr>
              <a:xfrm rot="16200000">
                <a:off x="8094240" y="476424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8" name="Oval 120"/>
              <p:cNvSpPr/>
              <p:nvPr/>
            </p:nvSpPr>
            <p:spPr>
              <a:xfrm rot="16200000">
                <a:off x="7996320" y="433440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9" name="Oval 121"/>
              <p:cNvSpPr/>
              <p:nvPr/>
            </p:nvSpPr>
            <p:spPr>
              <a:xfrm rot="16200000">
                <a:off x="7280640" y="4171680"/>
                <a:ext cx="185400" cy="18756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0" name="Oval 122"/>
              <p:cNvSpPr/>
              <p:nvPr/>
            </p:nvSpPr>
            <p:spPr>
              <a:xfrm rot="16200000">
                <a:off x="7291080" y="3483720"/>
                <a:ext cx="185400" cy="1854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351" name="Group 38"/>
            <p:cNvGrpSpPr/>
            <p:nvPr/>
          </p:nvGrpSpPr>
          <p:grpSpPr>
            <a:xfrm>
              <a:off x="3109320" y="3290400"/>
              <a:ext cx="5960520" cy="2980800"/>
              <a:chOff x="3109320" y="3290400"/>
              <a:chExt cx="5960520" cy="2980800"/>
            </a:xfrm>
          </p:grpSpPr>
          <p:sp>
            <p:nvSpPr>
              <p:cNvPr id="352" name="Oval 123"/>
              <p:cNvSpPr/>
              <p:nvPr/>
            </p:nvSpPr>
            <p:spPr>
              <a:xfrm rot="16200000">
                <a:off x="3109320" y="496656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3" name="Oval 124"/>
              <p:cNvSpPr/>
              <p:nvPr/>
            </p:nvSpPr>
            <p:spPr>
              <a:xfrm rot="16200000">
                <a:off x="5066640" y="329040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4" name="Oval 125"/>
              <p:cNvSpPr/>
              <p:nvPr/>
            </p:nvSpPr>
            <p:spPr>
              <a:xfrm rot="16200000">
                <a:off x="4601880" y="403812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5" name="Oval 126"/>
              <p:cNvSpPr/>
              <p:nvPr/>
            </p:nvSpPr>
            <p:spPr>
              <a:xfrm rot="16200000">
                <a:off x="4134600" y="5708520"/>
                <a:ext cx="185400" cy="1875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6" name="Oval 156"/>
              <p:cNvSpPr/>
              <p:nvPr/>
            </p:nvSpPr>
            <p:spPr>
              <a:xfrm rot="16200000">
                <a:off x="5529240" y="478332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7" name="Oval 157"/>
              <p:cNvSpPr/>
              <p:nvPr/>
            </p:nvSpPr>
            <p:spPr>
              <a:xfrm rot="16200000">
                <a:off x="6276240" y="5708520"/>
                <a:ext cx="185400" cy="18756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8" name="Oval 158"/>
              <p:cNvSpPr/>
              <p:nvPr/>
            </p:nvSpPr>
            <p:spPr>
              <a:xfrm rot="16200000">
                <a:off x="7023960" y="608580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9" name="Oval 159"/>
              <p:cNvSpPr/>
              <p:nvPr/>
            </p:nvSpPr>
            <p:spPr>
              <a:xfrm rot="16200000">
                <a:off x="6743520" y="506232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60" name="Oval 160"/>
              <p:cNvSpPr/>
              <p:nvPr/>
            </p:nvSpPr>
            <p:spPr>
              <a:xfrm rot="16200000">
                <a:off x="8508960" y="5341680"/>
                <a:ext cx="18756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61" name="Oval 161"/>
              <p:cNvSpPr/>
              <p:nvPr/>
            </p:nvSpPr>
            <p:spPr>
              <a:xfrm rot="16200000">
                <a:off x="8884440" y="356976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62" name="Oval 162"/>
              <p:cNvSpPr/>
              <p:nvPr/>
            </p:nvSpPr>
            <p:spPr>
              <a:xfrm rot="16200000">
                <a:off x="7767000" y="4592160"/>
                <a:ext cx="185400" cy="185400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363" name="Group 40"/>
            <p:cNvGrpSpPr/>
            <p:nvPr/>
          </p:nvGrpSpPr>
          <p:grpSpPr>
            <a:xfrm>
              <a:off x="3098880" y="4597200"/>
              <a:ext cx="4861080" cy="560520"/>
              <a:chOff x="3098880" y="4597200"/>
              <a:chExt cx="4861080" cy="560520"/>
            </a:xfrm>
          </p:grpSpPr>
          <p:sp>
            <p:nvSpPr>
              <p:cNvPr id="364" name="Oval 163"/>
              <p:cNvSpPr/>
              <p:nvPr/>
            </p:nvSpPr>
            <p:spPr>
              <a:xfrm rot="16200000">
                <a:off x="3098880" y="4971240"/>
                <a:ext cx="186480" cy="186480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65" name="Oval 164"/>
              <p:cNvSpPr/>
              <p:nvPr/>
            </p:nvSpPr>
            <p:spPr>
              <a:xfrm rot="16200000">
                <a:off x="7774200" y="4596480"/>
                <a:ext cx="185040" cy="186480"/>
              </a:xfrm>
              <a:prstGeom prst="ellipse">
                <a:avLst/>
              </a:prstGeom>
              <a:solidFill>
                <a:srgbClr val="ff00ff"/>
              </a:solidFill>
              <a:ln w="2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366" name="Group 41"/>
          <p:cNvGrpSpPr/>
          <p:nvPr/>
        </p:nvGrpSpPr>
        <p:grpSpPr>
          <a:xfrm>
            <a:off x="2689200" y="3265200"/>
            <a:ext cx="5269680" cy="2742480"/>
            <a:chOff x="2689200" y="3265200"/>
            <a:chExt cx="5269680" cy="2742480"/>
          </a:xfrm>
        </p:grpSpPr>
        <p:sp>
          <p:nvSpPr>
            <p:cNvPr id="367" name="Line 275"/>
            <p:cNvSpPr/>
            <p:nvPr/>
          </p:nvSpPr>
          <p:spPr>
            <a:xfrm flipV="1">
              <a:off x="2819880" y="4999680"/>
              <a:ext cx="428760" cy="75708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8" name="Line 276"/>
            <p:cNvSpPr/>
            <p:nvPr/>
          </p:nvSpPr>
          <p:spPr>
            <a:xfrm>
              <a:off x="2777760" y="5821200"/>
              <a:ext cx="809640" cy="8892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9" name="Line 277"/>
            <p:cNvSpPr/>
            <p:nvPr/>
          </p:nvSpPr>
          <p:spPr>
            <a:xfrm flipH="1">
              <a:off x="3587400" y="5262120"/>
              <a:ext cx="209520" cy="65736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0" name="Line 278"/>
            <p:cNvSpPr/>
            <p:nvPr/>
          </p:nvSpPr>
          <p:spPr>
            <a:xfrm>
              <a:off x="3737520" y="4182120"/>
              <a:ext cx="60120" cy="104616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1" name="Line 279"/>
            <p:cNvSpPr/>
            <p:nvPr/>
          </p:nvSpPr>
          <p:spPr>
            <a:xfrm flipH="1">
              <a:off x="3727080" y="3355560"/>
              <a:ext cx="587520" cy="87948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2" name="Line 280"/>
            <p:cNvSpPr/>
            <p:nvPr/>
          </p:nvSpPr>
          <p:spPr>
            <a:xfrm>
              <a:off x="4314600" y="3346200"/>
              <a:ext cx="838080" cy="4140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3" name="Line 281"/>
            <p:cNvSpPr/>
            <p:nvPr/>
          </p:nvSpPr>
          <p:spPr>
            <a:xfrm>
              <a:off x="6838560" y="5170320"/>
              <a:ext cx="500040" cy="45864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4" name="Line 282"/>
            <p:cNvSpPr/>
            <p:nvPr/>
          </p:nvSpPr>
          <p:spPr>
            <a:xfrm flipV="1">
              <a:off x="7388640" y="5594760"/>
              <a:ext cx="358920" cy="3024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5" name="Line 283"/>
            <p:cNvSpPr/>
            <p:nvPr/>
          </p:nvSpPr>
          <p:spPr>
            <a:xfrm flipH="1" flipV="1">
              <a:off x="7598160" y="4982040"/>
              <a:ext cx="109440" cy="58752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6" name="Line 284"/>
            <p:cNvSpPr/>
            <p:nvPr/>
          </p:nvSpPr>
          <p:spPr>
            <a:xfrm flipV="1">
              <a:off x="7596720" y="4704120"/>
              <a:ext cx="239760" cy="28908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7" name="Line 285"/>
            <p:cNvSpPr/>
            <p:nvPr/>
          </p:nvSpPr>
          <p:spPr>
            <a:xfrm flipV="1">
              <a:off x="6839280" y="4264560"/>
              <a:ext cx="528840" cy="91764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8" name="Line 286"/>
            <p:cNvSpPr/>
            <p:nvPr/>
          </p:nvSpPr>
          <p:spPr>
            <a:xfrm flipV="1">
              <a:off x="7367400" y="3574800"/>
              <a:ext cx="360" cy="69840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9" name="Line 287"/>
            <p:cNvSpPr/>
            <p:nvPr/>
          </p:nvSpPr>
          <p:spPr>
            <a:xfrm>
              <a:off x="5152680" y="3385800"/>
              <a:ext cx="2224080" cy="198360"/>
            </a:xfrm>
            <a:prstGeom prst="line">
              <a:avLst/>
            </a:prstGeom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0" name="Line 288"/>
            <p:cNvSpPr/>
            <p:nvPr/>
          </p:nvSpPr>
          <p:spPr>
            <a:xfrm flipV="1">
              <a:off x="2765880" y="5077440"/>
              <a:ext cx="428760" cy="75708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1" name="Line 289"/>
            <p:cNvSpPr/>
            <p:nvPr/>
          </p:nvSpPr>
          <p:spPr>
            <a:xfrm>
              <a:off x="2784240" y="5829120"/>
              <a:ext cx="809640" cy="8892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2" name="Line 290"/>
            <p:cNvSpPr/>
            <p:nvPr/>
          </p:nvSpPr>
          <p:spPr>
            <a:xfrm flipH="1">
              <a:off x="3593880" y="5270400"/>
              <a:ext cx="209520" cy="65700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3" name="Line 291"/>
            <p:cNvSpPr/>
            <p:nvPr/>
          </p:nvSpPr>
          <p:spPr>
            <a:xfrm>
              <a:off x="3732480" y="4190040"/>
              <a:ext cx="60480" cy="104616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4" name="Line 292"/>
            <p:cNvSpPr/>
            <p:nvPr/>
          </p:nvSpPr>
          <p:spPr>
            <a:xfrm flipH="1">
              <a:off x="3733560" y="3363480"/>
              <a:ext cx="587160" cy="87948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5" name="Line 293"/>
            <p:cNvSpPr/>
            <p:nvPr/>
          </p:nvSpPr>
          <p:spPr>
            <a:xfrm>
              <a:off x="4320720" y="3354120"/>
              <a:ext cx="838440" cy="4140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6" name="Line 294"/>
            <p:cNvSpPr/>
            <p:nvPr/>
          </p:nvSpPr>
          <p:spPr>
            <a:xfrm>
              <a:off x="6845040" y="5178240"/>
              <a:ext cx="500040" cy="45864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7" name="Line 295"/>
            <p:cNvSpPr/>
            <p:nvPr/>
          </p:nvSpPr>
          <p:spPr>
            <a:xfrm flipV="1">
              <a:off x="7391880" y="5593320"/>
              <a:ext cx="358560" cy="3024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8" name="Line 296"/>
            <p:cNvSpPr/>
            <p:nvPr/>
          </p:nvSpPr>
          <p:spPr>
            <a:xfrm flipH="1" flipV="1">
              <a:off x="7604640" y="4991760"/>
              <a:ext cx="109440" cy="58716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9" name="Line 297"/>
            <p:cNvSpPr/>
            <p:nvPr/>
          </p:nvSpPr>
          <p:spPr>
            <a:xfrm flipV="1">
              <a:off x="7602840" y="4712040"/>
              <a:ext cx="239760" cy="28908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0" name="Line 298"/>
            <p:cNvSpPr/>
            <p:nvPr/>
          </p:nvSpPr>
          <p:spPr>
            <a:xfrm flipV="1">
              <a:off x="6845760" y="4271040"/>
              <a:ext cx="528480" cy="91728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1" name="Line 299"/>
            <p:cNvSpPr/>
            <p:nvPr/>
          </p:nvSpPr>
          <p:spPr>
            <a:xfrm flipV="1">
              <a:off x="7373520" y="3582720"/>
              <a:ext cx="360" cy="69840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2" name="Line 300"/>
            <p:cNvSpPr/>
            <p:nvPr/>
          </p:nvSpPr>
          <p:spPr>
            <a:xfrm>
              <a:off x="5159160" y="3393720"/>
              <a:ext cx="2224080" cy="198360"/>
            </a:xfrm>
            <a:prstGeom prst="line">
              <a:avLst/>
            </a:prstGeom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3" name="Line 301"/>
            <p:cNvSpPr/>
            <p:nvPr/>
          </p:nvSpPr>
          <p:spPr>
            <a:xfrm flipV="1">
              <a:off x="2777040" y="5055120"/>
              <a:ext cx="428400" cy="7570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4" name="Line 302"/>
            <p:cNvSpPr/>
            <p:nvPr/>
          </p:nvSpPr>
          <p:spPr>
            <a:xfrm>
              <a:off x="2790360" y="5821200"/>
              <a:ext cx="809640" cy="8892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5" name="Line 303"/>
            <p:cNvSpPr/>
            <p:nvPr/>
          </p:nvSpPr>
          <p:spPr>
            <a:xfrm flipH="1">
              <a:off x="3600000" y="5262120"/>
              <a:ext cx="209520" cy="6573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6" name="Line 304"/>
            <p:cNvSpPr/>
            <p:nvPr/>
          </p:nvSpPr>
          <p:spPr>
            <a:xfrm>
              <a:off x="3734280" y="4182120"/>
              <a:ext cx="60120" cy="10461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7" name="Line 305"/>
            <p:cNvSpPr/>
            <p:nvPr/>
          </p:nvSpPr>
          <p:spPr>
            <a:xfrm flipH="1">
              <a:off x="3739680" y="3355560"/>
              <a:ext cx="587520" cy="8794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8" name="Line 306"/>
            <p:cNvSpPr/>
            <p:nvPr/>
          </p:nvSpPr>
          <p:spPr>
            <a:xfrm>
              <a:off x="4327200" y="3346200"/>
              <a:ext cx="838080" cy="4140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" bIns="-36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9" name="Line 307"/>
            <p:cNvSpPr/>
            <p:nvPr/>
          </p:nvSpPr>
          <p:spPr>
            <a:xfrm>
              <a:off x="6851160" y="5170320"/>
              <a:ext cx="500040" cy="45864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0" name="Line 308"/>
            <p:cNvSpPr/>
            <p:nvPr/>
          </p:nvSpPr>
          <p:spPr>
            <a:xfrm flipV="1">
              <a:off x="7387200" y="5594760"/>
              <a:ext cx="358560" cy="3024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1" name="Line 309"/>
            <p:cNvSpPr/>
            <p:nvPr/>
          </p:nvSpPr>
          <p:spPr>
            <a:xfrm flipH="1" flipV="1">
              <a:off x="7610760" y="4982040"/>
              <a:ext cx="109800" cy="58752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2" name="Line 310"/>
            <p:cNvSpPr/>
            <p:nvPr/>
          </p:nvSpPr>
          <p:spPr>
            <a:xfrm flipV="1">
              <a:off x="7609320" y="4704120"/>
              <a:ext cx="239760" cy="28908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3" name="Line 311"/>
            <p:cNvSpPr/>
            <p:nvPr/>
          </p:nvSpPr>
          <p:spPr>
            <a:xfrm flipV="1">
              <a:off x="6852240" y="4264560"/>
              <a:ext cx="528480" cy="91764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4" name="Line 312"/>
            <p:cNvSpPr/>
            <p:nvPr/>
          </p:nvSpPr>
          <p:spPr>
            <a:xfrm flipV="1">
              <a:off x="7380000" y="3574800"/>
              <a:ext cx="360" cy="69840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5" name="Line 313"/>
            <p:cNvSpPr/>
            <p:nvPr/>
          </p:nvSpPr>
          <p:spPr>
            <a:xfrm>
              <a:off x="5165280" y="3385800"/>
              <a:ext cx="2224080" cy="198360"/>
            </a:xfrm>
            <a:prstGeom prst="line">
              <a:avLst/>
            </a:prstGeom>
            <a:ln w="381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6" name="Oval 165"/>
            <p:cNvSpPr/>
            <p:nvPr/>
          </p:nvSpPr>
          <p:spPr>
            <a:xfrm rot="16200000">
              <a:off x="2689200" y="5713920"/>
              <a:ext cx="185040" cy="1850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7" name="Oval 166"/>
            <p:cNvSpPr/>
            <p:nvPr/>
          </p:nvSpPr>
          <p:spPr>
            <a:xfrm rot="16200000">
              <a:off x="3495600" y="5821920"/>
              <a:ext cx="186480" cy="1850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8" name="Oval 167"/>
            <p:cNvSpPr/>
            <p:nvPr/>
          </p:nvSpPr>
          <p:spPr>
            <a:xfrm rot="16200000">
              <a:off x="3695760" y="5184000"/>
              <a:ext cx="186480" cy="1850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9" name="Oval 168"/>
            <p:cNvSpPr/>
            <p:nvPr/>
          </p:nvSpPr>
          <p:spPr>
            <a:xfrm rot="16200000">
              <a:off x="3644640" y="4134600"/>
              <a:ext cx="186480" cy="1850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0" name="Oval 169"/>
            <p:cNvSpPr/>
            <p:nvPr/>
          </p:nvSpPr>
          <p:spPr>
            <a:xfrm rot="16200000">
              <a:off x="4233600" y="3264480"/>
              <a:ext cx="185040" cy="1864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1" name="Oval 170"/>
            <p:cNvSpPr/>
            <p:nvPr/>
          </p:nvSpPr>
          <p:spPr>
            <a:xfrm rot="16200000">
              <a:off x="7233840" y="5531400"/>
              <a:ext cx="185040" cy="1864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2" name="Oval 171"/>
            <p:cNvSpPr/>
            <p:nvPr/>
          </p:nvSpPr>
          <p:spPr>
            <a:xfrm rot="16200000">
              <a:off x="7611840" y="5498280"/>
              <a:ext cx="186480" cy="1850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3" name="Oval 187"/>
            <p:cNvSpPr/>
            <p:nvPr/>
          </p:nvSpPr>
          <p:spPr>
            <a:xfrm rot="16200000">
              <a:off x="7518240" y="4902840"/>
              <a:ext cx="185040" cy="1864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4" name="Oval 188"/>
            <p:cNvSpPr/>
            <p:nvPr/>
          </p:nvSpPr>
          <p:spPr>
            <a:xfrm rot="16200000">
              <a:off x="7281720" y="4172760"/>
              <a:ext cx="185040" cy="1864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5" name="Oval 189"/>
            <p:cNvSpPr/>
            <p:nvPr/>
          </p:nvSpPr>
          <p:spPr>
            <a:xfrm rot="16200000">
              <a:off x="7289640" y="3480480"/>
              <a:ext cx="185040" cy="1850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6" name="Oval 190"/>
            <p:cNvSpPr/>
            <p:nvPr/>
          </p:nvSpPr>
          <p:spPr>
            <a:xfrm rot="16200000">
              <a:off x="3103560" y="4969440"/>
              <a:ext cx="185040" cy="1850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7" name="Oval 191"/>
            <p:cNvSpPr/>
            <p:nvPr/>
          </p:nvSpPr>
          <p:spPr>
            <a:xfrm rot="16200000">
              <a:off x="5068800" y="3292920"/>
              <a:ext cx="185040" cy="1850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8" name="Oval 192"/>
            <p:cNvSpPr/>
            <p:nvPr/>
          </p:nvSpPr>
          <p:spPr>
            <a:xfrm rot="16200000">
              <a:off x="6743520" y="5063040"/>
              <a:ext cx="186480" cy="1850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9" name="Oval 193"/>
            <p:cNvSpPr/>
            <p:nvPr/>
          </p:nvSpPr>
          <p:spPr>
            <a:xfrm rot="16200000">
              <a:off x="7773840" y="4596480"/>
              <a:ext cx="185040" cy="18504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0" name="Oval 194"/>
            <p:cNvSpPr/>
            <p:nvPr/>
          </p:nvSpPr>
          <p:spPr>
            <a:xfrm rot="16200000">
              <a:off x="3100320" y="4968000"/>
              <a:ext cx="186480" cy="186480"/>
            </a:xfrm>
            <a:prstGeom prst="ellipse">
              <a:avLst/>
            </a:prstGeom>
            <a:solidFill>
              <a:srgbClr val="ff00ff"/>
            </a:solidFill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1" name="Oval 195"/>
            <p:cNvSpPr/>
            <p:nvPr/>
          </p:nvSpPr>
          <p:spPr>
            <a:xfrm rot="16200000">
              <a:off x="7769160" y="4596480"/>
              <a:ext cx="185040" cy="186480"/>
            </a:xfrm>
            <a:prstGeom prst="ellipse">
              <a:avLst/>
            </a:prstGeom>
            <a:solidFill>
              <a:srgbClr val="ff00ff"/>
            </a:solidFill>
            <a:ln w="25400">
              <a:solidFill>
                <a:srgbClr val="ff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nodeType="clickEffect" fill="hold">
                      <p:stCondLst>
                        <p:cond delay="indefinite"/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nodeType="clickEffect" fill="hold">
                      <p:stCondLst>
                        <p:cond delay="indefinite"/>
                      </p:stCondLst>
                      <p:childTnLst>
                        <p:par>
                          <p:cTn id="1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nodeType="clickEffect" fill="hold">
                      <p:stCondLst>
                        <p:cond delay="indefinite"/>
                      </p:stCondLst>
                      <p:childTnLst>
                        <p:par>
                          <p:cTn id="1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9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nodeType="clickEffect" fill="hold">
                      <p:stCondLst>
                        <p:cond delay="indefinite"/>
                      </p:stCondLst>
                      <p:childTnLst>
                        <p:par>
                          <p:cTn id="1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nodeType="clickEffect" fill="hold">
                      <p:stCondLst>
                        <p:cond delay="indefinite"/>
                      </p:stCondLst>
                      <p:childTnLst>
                        <p:par>
                          <p:cTn id="1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9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01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0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0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1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68720" y="375480"/>
            <a:ext cx="11253960" cy="141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94" strike="noStrike">
                <a:solidFill>
                  <a:schemeClr val="lt1"/>
                </a:solidFill>
                <a:latin typeface="Garamond"/>
              </a:rPr>
              <a:t>Graph Optimizations:</a:t>
            </a:r>
            <a:br>
              <a:rPr sz="4000"/>
            </a:br>
            <a:r>
              <a:rPr b="1" lang="en-US" sz="3200" spc="94" strike="noStrike">
                <a:solidFill>
                  <a:schemeClr val="lt1"/>
                </a:solidFill>
                <a:latin typeface="Garamond"/>
              </a:rPr>
              <a:t>Hierarchical Path Planning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2256480" y="2140200"/>
            <a:ext cx="7572960" cy="38858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Garamond"/>
              </a:rPr>
              <a:t>HPP Benefits: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Faster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Less memory*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Garamond"/>
              </a:rPr>
              <a:t>HPP Drawbacks: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Difficult with dynamic map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600" spc="-1" strike="noStrike">
                <a:solidFill>
                  <a:srgbClr val="ffffff"/>
                </a:solidFill>
                <a:latin typeface="Garamond"/>
              </a:rPr>
              <a:t>Gives suboptimal (but usually good) paths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4" name="Picture 3" descr="MCj02404370000[1]"/>
          <p:cNvPicPr/>
          <p:nvPr/>
        </p:nvPicPr>
        <p:blipFill>
          <a:blip r:embed="rId1"/>
          <a:stretch/>
        </p:blipFill>
        <p:spPr>
          <a:xfrm>
            <a:off x="6676200" y="2212920"/>
            <a:ext cx="2561400" cy="227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6" dur="5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3" dur="500" fill="hold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4" dur="500" fill="hold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nodeType="clickEffect" fill="hold">
                      <p:stCondLst>
                        <p:cond delay="indefinite"/>
                      </p:stCondLst>
                      <p:childTnLst>
                        <p:par>
                          <p:cTn id="2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9" dur="500" fill="hold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500" fill="hold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3" dur="500" fill="hold"/>
                                        <p:tgtEl>
                                          <p:spTgt spid="4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4" dur="500" fill="hold"/>
                                        <p:tgtEl>
                                          <p:spTgt spid="4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" dur="500" fill="hold"/>
                                        <p:tgtEl>
                                          <p:spTgt spid="4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" dur="500" fill="hold"/>
                                        <p:tgtEl>
                                          <p:spTgt spid="4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08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7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1317</TotalTime>
  <Application>LibreOffice/24.2.7.2$Linux_X86_64 LibreOffice_project/420$Build-2</Application>
  <AppVersion>15.0000</AppVersion>
  <Words>674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en-US</dc:language>
  <cp:lastModifiedBy/>
  <dcterms:modified xsi:type="dcterms:W3CDTF">2025-09-30T08:20:15Z</dcterms:modified>
  <cp:revision>162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lides">
    <vt:i4>8</vt:i4>
  </property>
</Properties>
</file>