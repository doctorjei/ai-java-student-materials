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svg" ContentType="image/svg"/>
  <Override PartName="/ppt/media/image6.wmf" ContentType="image/x-wmf"/>
  <Override PartName="/ppt/media/image7.png" ContentType="image/png"/>
  <Override PartName="/ppt/media/image5.png" ContentType="image/png"/>
  <Override PartName="/ppt/media/image8.wmf" ContentType="image/x-wmf"/>
  <Override PartName="/ppt/media/image9.png" ContentType="image/png"/>
  <Override PartName="/ppt/media/image10.svg" ContentType="image/svg"/>
  <Override PartName="/ppt/media/image11.wmf" ContentType="image/x-wmf"/>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2.xml.rels" ContentType="application/vnd.openxmlformats-package.relationships+xml"/>
  <Override PartName="/ppt/notesSlides/notesSlide9.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chemeClr val="dk1"/>
                </a:solidFill>
                <a:latin typeface="Arial"/>
              </a:rPr>
              <a:t>Click to move the slide</a:t>
            </a:r>
            <a:endParaRPr b="0" lang="en-US" sz="1800" spc="-1" strike="noStrike">
              <a:solidFill>
                <a:schemeClr val="dk1"/>
              </a:solidFill>
              <a:latin typeface="Arial"/>
            </a:endParaRPr>
          </a:p>
        </p:txBody>
      </p:sp>
      <p:sp>
        <p:nvSpPr>
          <p:cNvPr id="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8"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Noto Serif CJK JP"/>
              </a:rPr>
              <a:t>&lt;header&gt;</a:t>
            </a:r>
            <a:endParaRPr b="0" lang="en-US" sz="1400" spc="-1" strike="noStrike">
              <a:solidFill>
                <a:srgbClr val="000000"/>
              </a:solidFill>
              <a:latin typeface="Noto Serif CJK JP"/>
            </a:endParaRPr>
          </a:p>
        </p:txBody>
      </p:sp>
      <p:sp>
        <p:nvSpPr>
          <p:cNvPr id="9"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Noto Serif CJK JP"/>
              </a:defRPr>
            </a:lvl1pPr>
          </a:lstStyle>
          <a:p>
            <a:pPr indent="0" algn="r">
              <a:buNone/>
            </a:pPr>
            <a:r>
              <a:rPr b="0" lang="en-US" sz="1400" spc="-1" strike="noStrike">
                <a:solidFill>
                  <a:srgbClr val="000000"/>
                </a:solidFill>
                <a:latin typeface="Noto Serif CJK JP"/>
              </a:rPr>
              <a:t>&lt;date/time&gt;</a:t>
            </a:r>
            <a:endParaRPr b="0" lang="en-US" sz="1400" spc="-1" strike="noStrike">
              <a:solidFill>
                <a:srgbClr val="000000"/>
              </a:solidFill>
              <a:latin typeface="Noto Serif CJK JP"/>
            </a:endParaRPr>
          </a:p>
        </p:txBody>
      </p:sp>
      <p:sp>
        <p:nvSpPr>
          <p:cNvPr id="10"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Noto Serif CJK JP"/>
              </a:defRPr>
            </a:lvl1pPr>
          </a:lstStyle>
          <a:p>
            <a:pPr indent="0">
              <a:buNone/>
            </a:pPr>
            <a:r>
              <a:rPr b="0" lang="en-US" sz="1400" spc="-1" strike="noStrike">
                <a:solidFill>
                  <a:srgbClr val="000000"/>
                </a:solidFill>
                <a:latin typeface="Noto Serif CJK JP"/>
              </a:rPr>
              <a:t>&lt;footer&gt;</a:t>
            </a:r>
            <a:endParaRPr b="0" lang="en-US" sz="1400" spc="-1" strike="noStrike">
              <a:solidFill>
                <a:srgbClr val="000000"/>
              </a:solidFill>
              <a:latin typeface="Noto Serif CJK JP"/>
            </a:endParaRPr>
          </a:p>
        </p:txBody>
      </p:sp>
      <p:sp>
        <p:nvSpPr>
          <p:cNvPr id="11"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Noto Serif CJK JP"/>
              </a:defRPr>
            </a:lvl1pPr>
          </a:lstStyle>
          <a:p>
            <a:pPr indent="0" algn="r">
              <a:buNone/>
            </a:pPr>
            <a:fld id="{A25325B7-D202-429B-82F5-B0B2D90923FD}" type="slidenum">
              <a:rPr b="0" lang="en-US" sz="1400" spc="-1" strike="noStrike">
                <a:solidFill>
                  <a:srgbClr val="000000"/>
                </a:solidFill>
                <a:latin typeface="Noto Serif CJK JP"/>
              </a:rPr>
              <a:t>&lt;number&gt;</a:t>
            </a:fld>
            <a:endParaRPr b="0" lang="en-US" sz="1400" spc="-1" strike="noStrike">
              <a:solidFill>
                <a:srgbClr val="000000"/>
              </a:solidFill>
              <a:latin typeface="Noto Serif CJK JP"/>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sldImg"/>
          </p:nvPr>
        </p:nvSpPr>
        <p:spPr>
          <a:xfrm>
            <a:off x="685800" y="1143000"/>
            <a:ext cx="5486040" cy="3085920"/>
          </a:xfrm>
          <a:prstGeom prst="rect">
            <a:avLst/>
          </a:prstGeom>
          <a:ln w="0">
            <a:noFill/>
          </a:ln>
        </p:spPr>
      </p:sp>
      <p:sp>
        <p:nvSpPr>
          <p:cNvPr id="8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81"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28800">
              <a:lnSpc>
                <a:spcPct val="100000"/>
              </a:lnSpc>
              <a:buNone/>
              <a:defRPr b="0" lang="en-US" sz="1200" spc="-1" strike="noStrike">
                <a:solidFill>
                  <a:schemeClr val="dk1"/>
                </a:solidFill>
                <a:latin typeface="Arial"/>
                <a:ea typeface="ＭＳ Ｐゴシック"/>
              </a:defRPr>
            </a:lvl1pPr>
          </a:lstStyle>
          <a:p>
            <a:pPr indent="0" algn="r" defTabSz="928800">
              <a:lnSpc>
                <a:spcPct val="100000"/>
              </a:lnSpc>
              <a:buNone/>
            </a:pPr>
            <a:fld id="{CD0FA613-08D1-4269-B109-E732A8C046CF}" type="slidenum">
              <a:rPr b="0" lang="en-US" sz="1200" spc="-1" strike="noStrike">
                <a:solidFill>
                  <a:schemeClr val="dk1"/>
                </a:solidFill>
                <a:latin typeface="Arial"/>
                <a:ea typeface="ＭＳ Ｐゴシック"/>
              </a:rPr>
              <a:t>12</a:t>
            </a:fld>
            <a:endParaRPr b="0" lang="en-US" sz="1200" spc="-1" strike="noStrike">
              <a:solidFill>
                <a:srgbClr val="000000"/>
              </a:solidFill>
              <a:latin typeface="Noto Serif CJK JP"/>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sldImg"/>
          </p:nvPr>
        </p:nvSpPr>
        <p:spPr>
          <a:xfrm>
            <a:off x="685800" y="1143000"/>
            <a:ext cx="5486040" cy="3085920"/>
          </a:xfrm>
          <a:prstGeom prst="rect">
            <a:avLst/>
          </a:prstGeom>
          <a:ln w="0">
            <a:noFill/>
          </a:ln>
        </p:spPr>
      </p:sp>
      <p:sp>
        <p:nvSpPr>
          <p:cNvPr id="8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84"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28800">
              <a:lnSpc>
                <a:spcPct val="100000"/>
              </a:lnSpc>
              <a:buNone/>
              <a:defRPr b="0" lang="en-US" sz="1200" spc="-1" strike="noStrike">
                <a:solidFill>
                  <a:schemeClr val="dk1"/>
                </a:solidFill>
                <a:latin typeface="Arial"/>
                <a:ea typeface="ＭＳ Ｐゴシック"/>
              </a:defRPr>
            </a:lvl1pPr>
          </a:lstStyle>
          <a:p>
            <a:pPr indent="0" algn="r" defTabSz="928800">
              <a:lnSpc>
                <a:spcPct val="100000"/>
              </a:lnSpc>
              <a:buNone/>
            </a:pPr>
            <a:fld id="{D240500B-2C01-41D2-BAD6-EC89B2A7A6EB}" type="slidenum">
              <a:rPr b="0" lang="en-US" sz="1200" spc="-1" strike="noStrike">
                <a:solidFill>
                  <a:schemeClr val="dk1"/>
                </a:solidFill>
                <a:latin typeface="Arial"/>
                <a:ea typeface="ＭＳ Ｐゴシック"/>
              </a:rPr>
              <a:t>12</a:t>
            </a:fld>
            <a:endParaRPr b="0" lang="en-US" sz="1200" spc="-1" strike="noStrike">
              <a:solidFill>
                <a:srgbClr val="000000"/>
              </a:solidFill>
              <a:latin typeface="Noto Serif CJK JP"/>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sldImg"/>
          </p:nvPr>
        </p:nvSpPr>
        <p:spPr>
          <a:xfrm>
            <a:off x="685800" y="1143000"/>
            <a:ext cx="5486040" cy="3085920"/>
          </a:xfrm>
          <a:prstGeom prst="rect">
            <a:avLst/>
          </a:prstGeom>
          <a:ln w="0">
            <a:noFill/>
          </a:ln>
        </p:spPr>
      </p:sp>
      <p:sp>
        <p:nvSpPr>
          <p:cNvPr id="86" name="PlaceHolder 2"/>
          <p:cNvSpPr>
            <a:spLocks noGrp="1"/>
          </p:cNvSpPr>
          <p:nvPr>
            <p:ph type="body"/>
          </p:nvPr>
        </p:nvSpPr>
        <p:spPr>
          <a:xfrm>
            <a:off x="685800" y="4400640"/>
            <a:ext cx="5486040" cy="3600000"/>
          </a:xfrm>
          <a:prstGeom prst="rect">
            <a:avLst/>
          </a:prstGeom>
          <a:noFill/>
          <a:ln w="0">
            <a:noFill/>
          </a:ln>
        </p:spPr>
        <p:txBody>
          <a:bodyPr numCol="1" spcCol="0" lIns="91440" rIns="91440" tIns="45720" bIns="45720" anchor="t">
            <a:noAutofit/>
          </a:bodyPr>
          <a:p>
            <a:pPr marL="216000" indent="-216000">
              <a:buNone/>
            </a:pPr>
            <a:endParaRPr b="0" lang="en-US" sz="1800" spc="-1" strike="noStrike">
              <a:solidFill>
                <a:srgbClr val="000000"/>
              </a:solidFill>
              <a:latin typeface="Arial"/>
            </a:endParaRPr>
          </a:p>
        </p:txBody>
      </p:sp>
      <p:sp>
        <p:nvSpPr>
          <p:cNvPr id="87"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chemeClr val="dk1"/>
                </a:solidFill>
                <a:latin typeface="Arial"/>
              </a:defRPr>
            </a:lvl1pPr>
          </a:lstStyle>
          <a:p>
            <a:pPr indent="0" algn="r">
              <a:lnSpc>
                <a:spcPct val="100000"/>
              </a:lnSpc>
              <a:buNone/>
            </a:pPr>
            <a:fld id="{3FCF34E9-2B19-436A-A4E3-F9F1D8356969}" type="slidenum">
              <a:rPr b="0" lang="en-US" sz="1200" spc="-1" strike="noStrike">
                <a:solidFill>
                  <a:schemeClr val="dk1"/>
                </a:solidFill>
                <a:latin typeface="Arial"/>
              </a:rPr>
              <a:t>12</a:t>
            </a:fld>
            <a:endParaRPr b="0" lang="en-US" sz="1200" spc="-1" strike="noStrike">
              <a:solidFill>
                <a:srgbClr val="000000"/>
              </a:solidFill>
              <a:latin typeface="Noto Serif CJK JP"/>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sldImg"/>
          </p:nvPr>
        </p:nvSpPr>
        <p:spPr>
          <a:xfrm>
            <a:off x="685800" y="1143000"/>
            <a:ext cx="5486040" cy="3085920"/>
          </a:xfrm>
          <a:prstGeom prst="rect">
            <a:avLst/>
          </a:prstGeom>
          <a:ln w="0">
            <a:noFill/>
          </a:ln>
        </p:spPr>
      </p:sp>
      <p:sp>
        <p:nvSpPr>
          <p:cNvPr id="89" name="PlaceHolder 2"/>
          <p:cNvSpPr>
            <a:spLocks noGrp="1"/>
          </p:cNvSpPr>
          <p:nvPr>
            <p:ph type="body"/>
          </p:nvPr>
        </p:nvSpPr>
        <p:spPr>
          <a:xfrm>
            <a:off x="685800" y="4400640"/>
            <a:ext cx="5486040" cy="3600000"/>
          </a:xfrm>
          <a:prstGeom prst="rect">
            <a:avLst/>
          </a:prstGeom>
          <a:noFill/>
          <a:ln w="0">
            <a:noFill/>
          </a:ln>
        </p:spPr>
        <p:txBody>
          <a:bodyPr numCol="1" spcCol="0" lIns="91440" rIns="91440" tIns="45720" bIns="45720" anchor="t">
            <a:noAutofit/>
          </a:bodyPr>
          <a:p>
            <a:pPr marL="216000" indent="-216000">
              <a:buNone/>
            </a:pPr>
            <a:endParaRPr b="0" lang="en-US" sz="1800" spc="-1" strike="noStrike">
              <a:solidFill>
                <a:srgbClr val="000000"/>
              </a:solidFill>
              <a:latin typeface="Arial"/>
            </a:endParaRPr>
          </a:p>
        </p:txBody>
      </p:sp>
      <p:sp>
        <p:nvSpPr>
          <p:cNvPr id="90"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chemeClr val="dk1"/>
                </a:solidFill>
                <a:latin typeface="Arial"/>
              </a:defRPr>
            </a:lvl1pPr>
          </a:lstStyle>
          <a:p>
            <a:pPr indent="0" algn="r">
              <a:lnSpc>
                <a:spcPct val="100000"/>
              </a:lnSpc>
              <a:buNone/>
            </a:pPr>
            <a:fld id="{2828F132-E9E7-4E8A-925A-77C0404990C5}" type="slidenum">
              <a:rPr b="0" lang="en-US" sz="1200" spc="-1" strike="noStrike">
                <a:solidFill>
                  <a:schemeClr val="dk1"/>
                </a:solidFill>
                <a:latin typeface="Arial"/>
              </a:rPr>
              <a:t>12</a:t>
            </a:fld>
            <a:endParaRPr b="0" lang="en-US" sz="1200" spc="-1" strike="noStrike">
              <a:solidFill>
                <a:srgbClr val="000000"/>
              </a:solidFill>
              <a:latin typeface="Noto Serif CJK JP"/>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sldImg"/>
          </p:nvPr>
        </p:nvSpPr>
        <p:spPr>
          <a:xfrm>
            <a:off x="685800" y="1143000"/>
            <a:ext cx="5486040" cy="3085920"/>
          </a:xfrm>
          <a:prstGeom prst="rect">
            <a:avLst/>
          </a:prstGeom>
          <a:ln w="0">
            <a:noFill/>
          </a:ln>
        </p:spPr>
      </p:sp>
      <p:sp>
        <p:nvSpPr>
          <p:cNvPr id="92" name="PlaceHolder 2"/>
          <p:cNvSpPr>
            <a:spLocks noGrp="1"/>
          </p:cNvSpPr>
          <p:nvPr>
            <p:ph type="body"/>
          </p:nvPr>
        </p:nvSpPr>
        <p:spPr>
          <a:xfrm>
            <a:off x="685800" y="4400640"/>
            <a:ext cx="5486040" cy="3600000"/>
          </a:xfrm>
          <a:prstGeom prst="rect">
            <a:avLst/>
          </a:prstGeom>
          <a:noFill/>
          <a:ln w="0">
            <a:noFill/>
          </a:ln>
        </p:spPr>
        <p:txBody>
          <a:bodyPr numCol="1" spcCol="0" lIns="91440" rIns="91440" tIns="45720" bIns="45720" anchor="t">
            <a:noAutofit/>
          </a:bodyPr>
          <a:p>
            <a:pPr marL="216000" indent="-216000">
              <a:buNone/>
            </a:pPr>
            <a:endParaRPr b="0" lang="en-US" sz="1800" spc="-1" strike="noStrike">
              <a:solidFill>
                <a:srgbClr val="000000"/>
              </a:solidFill>
              <a:latin typeface="Arial"/>
            </a:endParaRPr>
          </a:p>
        </p:txBody>
      </p:sp>
      <p:sp>
        <p:nvSpPr>
          <p:cNvPr id="93"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chemeClr val="dk1"/>
                </a:solidFill>
                <a:latin typeface="Arial"/>
              </a:defRPr>
            </a:lvl1pPr>
          </a:lstStyle>
          <a:p>
            <a:pPr indent="0" algn="r">
              <a:lnSpc>
                <a:spcPct val="100000"/>
              </a:lnSpc>
              <a:buNone/>
            </a:pPr>
            <a:fld id="{ADE6167A-4087-449F-B1B5-C2A3649D7CC6}" type="slidenum">
              <a:rPr b="0" lang="en-US" sz="1200" spc="-1" strike="noStrike">
                <a:solidFill>
                  <a:schemeClr val="dk1"/>
                </a:solidFill>
                <a:latin typeface="Arial"/>
              </a:rPr>
              <a:t>12</a:t>
            </a:fld>
            <a:endParaRPr b="0" lang="en-US" sz="1200" spc="-1" strike="noStrike">
              <a:solidFill>
                <a:srgbClr val="000000"/>
              </a:solidFill>
              <a:latin typeface="Noto Serif CJK JP"/>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sldImg"/>
          </p:nvPr>
        </p:nvSpPr>
        <p:spPr>
          <a:xfrm>
            <a:off x="685800" y="1143000"/>
            <a:ext cx="5486040" cy="3085920"/>
          </a:xfrm>
          <a:prstGeom prst="rect">
            <a:avLst/>
          </a:prstGeom>
          <a:ln w="0">
            <a:noFill/>
          </a:ln>
        </p:spPr>
      </p:sp>
      <p:sp>
        <p:nvSpPr>
          <p:cNvPr id="9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96"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28800">
              <a:lnSpc>
                <a:spcPct val="100000"/>
              </a:lnSpc>
              <a:buNone/>
              <a:defRPr b="0" lang="en-US" sz="1200" spc="-1" strike="noStrike">
                <a:solidFill>
                  <a:schemeClr val="dk1"/>
                </a:solidFill>
                <a:latin typeface="Arial"/>
                <a:ea typeface="ＭＳ Ｐゴシック"/>
              </a:defRPr>
            </a:lvl1pPr>
          </a:lstStyle>
          <a:p>
            <a:pPr indent="0" algn="r" defTabSz="928800">
              <a:lnSpc>
                <a:spcPct val="100000"/>
              </a:lnSpc>
              <a:buNone/>
            </a:pPr>
            <a:fld id="{2C1CEE88-F83F-46A6-94C4-50448E3CC9BF}" type="slidenum">
              <a:rPr b="0" lang="en-US" sz="1200" spc="-1" strike="noStrike">
                <a:solidFill>
                  <a:schemeClr val="dk1"/>
                </a:solidFill>
                <a:latin typeface="Arial"/>
                <a:ea typeface="ＭＳ Ｐゴシック"/>
              </a:rPr>
              <a:t>12</a:t>
            </a:fld>
            <a:endParaRPr b="0" lang="en-US" sz="1200" spc="-1" strike="noStrike">
              <a:solidFill>
                <a:srgbClr val="000000"/>
              </a:solidFill>
              <a:latin typeface="Noto Serif CJK JP"/>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sldImg"/>
          </p:nvPr>
        </p:nvSpPr>
        <p:spPr>
          <a:xfrm>
            <a:off x="685800" y="1143000"/>
            <a:ext cx="5486040" cy="3085920"/>
          </a:xfrm>
          <a:prstGeom prst="rect">
            <a:avLst/>
          </a:prstGeom>
          <a:ln w="0">
            <a:noFill/>
          </a:ln>
        </p:spPr>
      </p:sp>
      <p:sp>
        <p:nvSpPr>
          <p:cNvPr id="9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99"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28800">
              <a:lnSpc>
                <a:spcPct val="100000"/>
              </a:lnSpc>
              <a:buNone/>
              <a:defRPr b="0" lang="en-US" sz="1200" spc="-1" strike="noStrike">
                <a:solidFill>
                  <a:schemeClr val="dk1"/>
                </a:solidFill>
                <a:latin typeface="Arial"/>
                <a:ea typeface="ＭＳ Ｐゴシック"/>
              </a:defRPr>
            </a:lvl1pPr>
          </a:lstStyle>
          <a:p>
            <a:pPr indent="0" algn="r" defTabSz="928800">
              <a:lnSpc>
                <a:spcPct val="100000"/>
              </a:lnSpc>
              <a:buNone/>
            </a:pPr>
            <a:fld id="{B10294FC-2AB5-4BEF-B590-1CBB5D2AB721}" type="slidenum">
              <a:rPr b="0" lang="en-US" sz="1200" spc="-1" strike="noStrike">
                <a:solidFill>
                  <a:schemeClr val="dk1"/>
                </a:solidFill>
                <a:latin typeface="Arial"/>
                <a:ea typeface="ＭＳ Ｐゴシック"/>
              </a:rPr>
              <a:t>12</a:t>
            </a:fld>
            <a:endParaRPr b="0" lang="en-US" sz="1200" spc="-1" strike="noStrike">
              <a:solidFill>
                <a:srgbClr val="000000"/>
              </a:solidFill>
              <a:latin typeface="Noto Serif CJK JP"/>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sldImg"/>
          </p:nvPr>
        </p:nvSpPr>
        <p:spPr>
          <a:xfrm>
            <a:off x="685800" y="1143000"/>
            <a:ext cx="5486040" cy="3085920"/>
          </a:xfrm>
          <a:prstGeom prst="rect">
            <a:avLst/>
          </a:prstGeom>
          <a:ln w="0">
            <a:noFill/>
          </a:ln>
        </p:spPr>
      </p:sp>
      <p:sp>
        <p:nvSpPr>
          <p:cNvPr id="10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02"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28800">
              <a:lnSpc>
                <a:spcPct val="100000"/>
              </a:lnSpc>
              <a:buNone/>
              <a:defRPr b="0" lang="en-US" sz="1200" spc="-1" strike="noStrike">
                <a:solidFill>
                  <a:schemeClr val="dk1"/>
                </a:solidFill>
                <a:latin typeface="Arial"/>
                <a:ea typeface="ＭＳ Ｐゴシック"/>
              </a:defRPr>
            </a:lvl1pPr>
          </a:lstStyle>
          <a:p>
            <a:pPr indent="0" algn="r" defTabSz="928800">
              <a:lnSpc>
                <a:spcPct val="100000"/>
              </a:lnSpc>
              <a:buNone/>
            </a:pPr>
            <a:fld id="{223602F0-2EE8-491A-A0CF-1D1EA595A4AC}" type="slidenum">
              <a:rPr b="0" lang="en-US" sz="1200" spc="-1" strike="noStrike">
                <a:solidFill>
                  <a:schemeClr val="dk1"/>
                </a:solidFill>
                <a:latin typeface="Arial"/>
                <a:ea typeface="ＭＳ Ｐゴシック"/>
              </a:rPr>
              <a:t>12</a:t>
            </a:fld>
            <a:endParaRPr b="0" lang="en-US" sz="1200" spc="-1" strike="noStrike">
              <a:solidFill>
                <a:srgbClr val="000000"/>
              </a:solidFill>
              <a:latin typeface="Noto Serif CJK JP"/>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sldImg"/>
          </p:nvPr>
        </p:nvSpPr>
        <p:spPr>
          <a:xfrm>
            <a:off x="685800" y="1143000"/>
            <a:ext cx="5486040" cy="3085920"/>
          </a:xfrm>
          <a:prstGeom prst="rect">
            <a:avLst/>
          </a:prstGeom>
          <a:ln w="0">
            <a:noFill/>
          </a:ln>
        </p:spPr>
      </p:sp>
      <p:sp>
        <p:nvSpPr>
          <p:cNvPr id="10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05"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28800">
              <a:lnSpc>
                <a:spcPct val="100000"/>
              </a:lnSpc>
              <a:buNone/>
              <a:defRPr b="0" lang="en-US" sz="1200" spc="-1" strike="noStrike">
                <a:solidFill>
                  <a:schemeClr val="dk1"/>
                </a:solidFill>
                <a:latin typeface="Arial"/>
                <a:ea typeface="ＭＳ Ｐゴシック"/>
              </a:defRPr>
            </a:lvl1pPr>
          </a:lstStyle>
          <a:p>
            <a:pPr indent="0" algn="r" defTabSz="928800">
              <a:lnSpc>
                <a:spcPct val="100000"/>
              </a:lnSpc>
              <a:buNone/>
            </a:pPr>
            <a:fld id="{4A3610A1-8F3E-4A39-83AF-F66F4F56139E}" type="slidenum">
              <a:rPr b="0" lang="en-US" sz="1200" spc="-1" strike="noStrike">
                <a:solidFill>
                  <a:schemeClr val="dk1"/>
                </a:solidFill>
                <a:latin typeface="Arial"/>
                <a:ea typeface="ＭＳ Ｐゴシック"/>
              </a:rPr>
              <a:t>&lt;number&gt;</a:t>
            </a:fld>
            <a:endParaRPr b="0" lang="en-US" sz="1200" spc="-1" strike="noStrike">
              <a:solidFill>
                <a:srgbClr val="000000"/>
              </a:solidFill>
              <a:latin typeface="Noto Serif CJK JP"/>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sldImg"/>
          </p:nvPr>
        </p:nvSpPr>
        <p:spPr>
          <a:xfrm>
            <a:off x="685800" y="1143000"/>
            <a:ext cx="5486040" cy="3085920"/>
          </a:xfrm>
          <a:prstGeom prst="rect">
            <a:avLst/>
          </a:prstGeom>
          <a:ln w="0">
            <a:noFill/>
          </a:ln>
        </p:spPr>
      </p:sp>
      <p:sp>
        <p:nvSpPr>
          <p:cNvPr id="10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08"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28800">
              <a:lnSpc>
                <a:spcPct val="100000"/>
              </a:lnSpc>
              <a:buNone/>
              <a:defRPr b="0" lang="en-US" sz="1200" spc="-1" strike="noStrike">
                <a:solidFill>
                  <a:schemeClr val="dk1"/>
                </a:solidFill>
                <a:latin typeface="Arial"/>
                <a:ea typeface="ＭＳ Ｐゴシック"/>
              </a:defRPr>
            </a:lvl1pPr>
          </a:lstStyle>
          <a:p>
            <a:pPr indent="0" algn="r" defTabSz="928800">
              <a:lnSpc>
                <a:spcPct val="100000"/>
              </a:lnSpc>
              <a:buNone/>
            </a:pPr>
            <a:fld id="{99D6CC2B-400F-4004-9EE5-08B4468DF2E0}" type="slidenum">
              <a:rPr b="0" lang="en-US" sz="1200" spc="-1" strike="noStrike">
                <a:solidFill>
                  <a:schemeClr val="dk1"/>
                </a:solidFill>
                <a:latin typeface="Arial"/>
                <a:ea typeface="ＭＳ Ｐゴシック"/>
              </a:rPr>
              <a:t>&lt;number&gt;</a:t>
            </a:fld>
            <a:endParaRPr b="0" lang="en-US" sz="1200" spc="-1" strike="noStrike">
              <a:solidFill>
                <a:srgbClr val="000000"/>
              </a:solidFill>
              <a:latin typeface="Noto Serif CJK JP"/>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Section Header">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2.png"/><Relationship Id="rId3"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0" name="PlaceHolder 1"/>
          <p:cNvSpPr>
            <a:spLocks noGrp="1"/>
          </p:cNvSpPr>
          <p:nvPr>
            <p:ph type="body"/>
          </p:nvPr>
        </p:nvSpPr>
        <p:spPr>
          <a:xfrm>
            <a:off x="879120" y="3003480"/>
            <a:ext cx="10433520" cy="4069080"/>
          </a:xfrm>
          <a:prstGeom prst="rect">
            <a:avLst/>
          </a:prstGeom>
          <a:noFill/>
          <a:ln w="0">
            <a:noFill/>
          </a:ln>
        </p:spPr>
        <p:txBody>
          <a:bodyPr lIns="91440" rIns="91440" tIns="45720" bIns="45720" anchor="ctr">
            <a:noAutofit/>
          </a:bodyPr>
          <a:p>
            <a:pPr marL="432000" indent="-324000">
              <a:lnSpc>
                <a:spcPct val="90000"/>
              </a:lnSpc>
              <a:spcBef>
                <a:spcPts val="1417"/>
              </a:spcBef>
              <a:buClr>
                <a:srgbClr val="ffffff"/>
              </a:buClr>
              <a:buSzPct val="45000"/>
              <a:buFont typeface="Wingdings" charset="2"/>
              <a:buChar char=""/>
            </a:pPr>
            <a:r>
              <a:rPr b="0" lang="en-US" sz="2400" spc="-1" strike="noStrike">
                <a:solidFill>
                  <a:schemeClr val="dk1"/>
                </a:solidFill>
                <a:latin typeface="Arial Regular"/>
              </a:rPr>
              <a:t>Click to edit the outline text format</a:t>
            </a:r>
            <a:endParaRPr b="0" lang="en-US" sz="2400" spc="-1" strike="noStrike">
              <a:solidFill>
                <a:schemeClr val="dk1"/>
              </a:solidFill>
              <a:latin typeface="Arial Regular"/>
            </a:endParaRPr>
          </a:p>
          <a:p>
            <a:pPr lvl="1" marL="864000" indent="-324000">
              <a:lnSpc>
                <a:spcPct val="90000"/>
              </a:lnSpc>
              <a:spcBef>
                <a:spcPts val="1134"/>
              </a:spcBef>
              <a:buClr>
                <a:srgbClr val="ffffff"/>
              </a:buClr>
              <a:buSzPct val="75000"/>
              <a:buFont typeface="Symbol" charset="2"/>
              <a:buChar char=""/>
            </a:pPr>
            <a:r>
              <a:rPr b="0" lang="en-US" sz="2400" spc="-1" strike="noStrike">
                <a:solidFill>
                  <a:schemeClr val="dk1"/>
                </a:solidFill>
                <a:latin typeface="Arial Regular"/>
              </a:rPr>
              <a:t>Second Outline Level</a:t>
            </a:r>
            <a:endParaRPr b="0" lang="en-US" sz="2400" spc="-1" strike="noStrike">
              <a:solidFill>
                <a:schemeClr val="dk1"/>
              </a:solidFill>
              <a:latin typeface="Arial Regular"/>
            </a:endParaRPr>
          </a:p>
          <a:p>
            <a:pPr lvl="2" marL="1296000" indent="-288000">
              <a:lnSpc>
                <a:spcPct val="90000"/>
              </a:lnSpc>
              <a:spcBef>
                <a:spcPts val="850"/>
              </a:spcBef>
              <a:buClr>
                <a:srgbClr val="ffffff"/>
              </a:buClr>
              <a:buSzPct val="45000"/>
              <a:buFont typeface="Wingdings" charset="2"/>
              <a:buChar char=""/>
            </a:pPr>
            <a:r>
              <a:rPr b="0" lang="en-US" sz="2400" spc="-1" strike="noStrike">
                <a:solidFill>
                  <a:schemeClr val="dk1"/>
                </a:solidFill>
                <a:latin typeface="Arial Regular"/>
              </a:rPr>
              <a:t>Third Outline Level</a:t>
            </a:r>
            <a:endParaRPr b="0" lang="en-US" sz="2400" spc="-1" strike="noStrike">
              <a:solidFill>
                <a:schemeClr val="dk1"/>
              </a:solidFill>
              <a:latin typeface="Arial Regular"/>
            </a:endParaRPr>
          </a:p>
          <a:p>
            <a:pPr lvl="3" marL="1728000" indent="-216000">
              <a:lnSpc>
                <a:spcPct val="90000"/>
              </a:lnSpc>
              <a:spcBef>
                <a:spcPts val="567"/>
              </a:spcBef>
              <a:buClr>
                <a:srgbClr val="ffffff"/>
              </a:buClr>
              <a:buSzPct val="75000"/>
              <a:buFont typeface="Symbol" charset="2"/>
              <a:buChar char=""/>
            </a:pPr>
            <a:r>
              <a:rPr b="0" lang="en-US" sz="2400" spc="-1" strike="noStrike">
                <a:solidFill>
                  <a:schemeClr val="dk1"/>
                </a:solidFill>
                <a:latin typeface="Arial Regular"/>
              </a:rPr>
              <a:t>Fourth Outline Level</a:t>
            </a:r>
            <a:endParaRPr b="0" lang="en-US" sz="2400" spc="-1" strike="noStrike">
              <a:solidFill>
                <a:schemeClr val="dk1"/>
              </a:solidFill>
              <a:latin typeface="Arial Regular"/>
            </a:endParaRPr>
          </a:p>
          <a:p>
            <a:pPr lvl="4" marL="2160000" indent="-216000">
              <a:lnSpc>
                <a:spcPct val="90000"/>
              </a:lnSpc>
              <a:spcBef>
                <a:spcPts val="283"/>
              </a:spcBef>
              <a:buClr>
                <a:srgbClr val="ffffff"/>
              </a:buClr>
              <a:buSzPct val="45000"/>
              <a:buFont typeface="Wingdings" charset="2"/>
              <a:buChar char=""/>
            </a:pPr>
            <a:r>
              <a:rPr b="0" lang="en-US" sz="2400" spc="-1" strike="noStrike">
                <a:solidFill>
                  <a:schemeClr val="dk1"/>
                </a:solidFill>
                <a:latin typeface="Arial Regular"/>
              </a:rPr>
              <a:t>Fifth Outline Level</a:t>
            </a:r>
            <a:endParaRPr b="0" lang="en-US" sz="2400" spc="-1" strike="noStrike">
              <a:solidFill>
                <a:schemeClr val="dk1"/>
              </a:solidFill>
              <a:latin typeface="Arial Regular"/>
            </a:endParaRPr>
          </a:p>
          <a:p>
            <a:pPr lvl="5" marL="2592000" indent="-216000">
              <a:lnSpc>
                <a:spcPct val="90000"/>
              </a:lnSpc>
              <a:spcBef>
                <a:spcPts val="283"/>
              </a:spcBef>
              <a:buClr>
                <a:srgbClr val="ffffff"/>
              </a:buClr>
              <a:buSzPct val="45000"/>
              <a:buFont typeface="Wingdings" charset="2"/>
              <a:buChar char=""/>
            </a:pPr>
            <a:r>
              <a:rPr b="0" lang="en-US" sz="2400" spc="-1" strike="noStrike">
                <a:solidFill>
                  <a:schemeClr val="dk1"/>
                </a:solidFill>
                <a:latin typeface="Arial Regular"/>
              </a:rPr>
              <a:t>Sixth Outline Level</a:t>
            </a:r>
            <a:endParaRPr b="0" lang="en-US" sz="2400" spc="-1" strike="noStrike">
              <a:solidFill>
                <a:schemeClr val="dk1"/>
              </a:solidFill>
              <a:latin typeface="Arial Regular"/>
            </a:endParaRPr>
          </a:p>
          <a:p>
            <a:pPr lvl="6" marL="3024000" indent="-216000">
              <a:lnSpc>
                <a:spcPct val="90000"/>
              </a:lnSpc>
              <a:spcBef>
                <a:spcPts val="283"/>
              </a:spcBef>
              <a:buClr>
                <a:srgbClr val="ffffff"/>
              </a:buClr>
              <a:buSzPct val="45000"/>
              <a:buFont typeface="Wingdings" charset="2"/>
              <a:buChar char=""/>
            </a:pPr>
            <a:r>
              <a:rPr b="0" lang="en-US" sz="2400" spc="-1" strike="noStrike">
                <a:solidFill>
                  <a:schemeClr val="dk1"/>
                </a:solidFill>
                <a:latin typeface="Arial Regular"/>
              </a:rPr>
              <a:t>Seventh Outline Level</a:t>
            </a:r>
            <a:endParaRPr b="0" lang="en-US" sz="2400" spc="-1" strike="noStrike">
              <a:solidFill>
                <a:schemeClr val="dk1"/>
              </a:solidFill>
              <a:latin typeface="Arial Regular"/>
            </a:endParaRPr>
          </a:p>
        </p:txBody>
      </p:sp>
      <p:sp>
        <p:nvSpPr>
          <p:cNvPr id="1" name="PlaceHolder 2"/>
          <p:cNvSpPr>
            <a:spLocks noGrp="1"/>
          </p:cNvSpPr>
          <p:nvPr>
            <p:ph type="title"/>
          </p:nvPr>
        </p:nvSpPr>
        <p:spPr>
          <a:xfrm>
            <a:off x="736200" y="1939320"/>
            <a:ext cx="10719360" cy="791640"/>
          </a:xfrm>
          <a:prstGeom prst="rect">
            <a:avLst/>
          </a:prstGeom>
          <a:noFill/>
          <a:ln w="0">
            <a:noFill/>
          </a:ln>
        </p:spPr>
        <p:txBody>
          <a:bodyPr lIns="91440" rIns="91440" tIns="45720" bIns="45720" anchor="ctr">
            <a:normAutofit fontScale="77987"/>
          </a:bodyPr>
          <a:p>
            <a:pPr indent="0">
              <a:buNone/>
            </a:pPr>
            <a:r>
              <a:rPr b="0" lang="en-US" sz="6000" spc="-1" strike="noStrike">
                <a:solidFill>
                  <a:schemeClr val="dk1"/>
                </a:solidFill>
                <a:latin typeface="Arial"/>
              </a:rPr>
              <a:t>Click to edit the title text format</a:t>
            </a:r>
            <a:endParaRPr b="0" lang="en-US" sz="6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2573280" y="2431080"/>
            <a:ext cx="7045200" cy="1675800"/>
          </a:xfrm>
          <a:prstGeom prst="rect">
            <a:avLst/>
          </a:prstGeom>
          <a:noFill/>
          <a:ln w="0">
            <a:noFill/>
          </a:ln>
        </p:spPr>
        <p:txBody>
          <a:bodyPr lIns="91440" rIns="91440" tIns="45720" bIns="45720" anchor="ctr">
            <a:noAutofit/>
          </a:bodyPr>
          <a:p>
            <a:pPr indent="0" algn="ctr" defTabSz="914400">
              <a:lnSpc>
                <a:spcPct val="100000"/>
              </a:lnSpc>
              <a:buNone/>
            </a:pPr>
            <a:r>
              <a:rPr b="1" lang="en-US" sz="4000" spc="199" strike="noStrike">
                <a:solidFill>
                  <a:schemeClr val="lt1"/>
                </a:solidFill>
                <a:latin typeface="Arial"/>
              </a:rPr>
              <a:t>You have reached the end of this presentation.</a:t>
            </a:r>
            <a:endParaRPr b="0" lang="en-US" sz="4000" spc="-1" strike="noStrike">
              <a:solidFill>
                <a:schemeClr val="dk1"/>
              </a:solidFill>
              <a:latin typeface="Arial"/>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ffffff"/>
              </a:buClr>
              <a:buSzPct val="45000"/>
              <a:buFont typeface="Wingdings" charset="2"/>
              <a:buChar char=""/>
            </a:pPr>
            <a:r>
              <a:rPr b="0" lang="en-US" sz="2200" spc="-1" strike="noStrike">
                <a:solidFill>
                  <a:schemeClr val="dk1"/>
                </a:solidFill>
                <a:latin typeface="Arial Regular"/>
              </a:rPr>
              <a:t>Click to edit the outline text format</a:t>
            </a:r>
            <a:endParaRPr b="0" lang="en-US" sz="2200" spc="-1" strike="noStrike">
              <a:solidFill>
                <a:schemeClr val="dk1"/>
              </a:solidFill>
              <a:latin typeface="Arial Regular"/>
            </a:endParaRPr>
          </a:p>
          <a:p>
            <a:pPr lvl="1" marL="864000" indent="-324000">
              <a:lnSpc>
                <a:spcPct val="90000"/>
              </a:lnSpc>
              <a:spcBef>
                <a:spcPts val="1134"/>
              </a:spcBef>
              <a:buClr>
                <a:srgbClr val="ffffff"/>
              </a:buClr>
              <a:buSzPct val="75000"/>
              <a:buFont typeface="Symbol" charset="2"/>
              <a:buChar char=""/>
            </a:pPr>
            <a:r>
              <a:rPr b="0" lang="en-US" sz="1400" spc="-1" strike="noStrike">
                <a:solidFill>
                  <a:schemeClr val="dk1"/>
                </a:solidFill>
                <a:latin typeface="Arial Regular"/>
              </a:rPr>
              <a:t>Second Outline Level</a:t>
            </a:r>
            <a:endParaRPr b="0" lang="en-US" sz="1400" spc="-1" strike="noStrike">
              <a:solidFill>
                <a:schemeClr val="dk1"/>
              </a:solidFill>
              <a:latin typeface="Arial Regular"/>
            </a:endParaRPr>
          </a:p>
          <a:p>
            <a:pPr lvl="2" marL="1296000" indent="-288000">
              <a:lnSpc>
                <a:spcPct val="90000"/>
              </a:lnSpc>
              <a:spcBef>
                <a:spcPts val="850"/>
              </a:spcBef>
              <a:buClr>
                <a:srgbClr val="ffffff"/>
              </a:buClr>
              <a:buSzPct val="45000"/>
              <a:buFont typeface="Wingdings" charset="2"/>
              <a:buChar char=""/>
            </a:pPr>
            <a:r>
              <a:rPr b="0" lang="en-US" sz="1400" spc="-1" strike="noStrike">
                <a:solidFill>
                  <a:schemeClr val="dk1"/>
                </a:solidFill>
                <a:latin typeface="Arial Regular"/>
              </a:rPr>
              <a:t>Third Outline Level</a:t>
            </a:r>
            <a:endParaRPr b="0" lang="en-US" sz="1400" spc="-1" strike="noStrike">
              <a:solidFill>
                <a:schemeClr val="dk1"/>
              </a:solidFill>
              <a:latin typeface="Arial Regular"/>
            </a:endParaRPr>
          </a:p>
          <a:p>
            <a:pPr lvl="3" marL="1728000" indent="-216000">
              <a:lnSpc>
                <a:spcPct val="90000"/>
              </a:lnSpc>
              <a:spcBef>
                <a:spcPts val="567"/>
              </a:spcBef>
              <a:buClr>
                <a:srgbClr val="ffffff"/>
              </a:buClr>
              <a:buSzPct val="75000"/>
              <a:buFont typeface="Symbol" charset="2"/>
              <a:buChar char=""/>
            </a:pPr>
            <a:r>
              <a:rPr b="0" lang="en-US" sz="1400" spc="-1" strike="noStrike">
                <a:solidFill>
                  <a:schemeClr val="dk1"/>
                </a:solidFill>
                <a:latin typeface="Arial Regular"/>
              </a:rPr>
              <a:t>Fourth Outline Level</a:t>
            </a:r>
            <a:endParaRPr b="0" lang="en-US" sz="1400" spc="-1" strike="noStrike">
              <a:solidFill>
                <a:schemeClr val="dk1"/>
              </a:solidFill>
              <a:latin typeface="Arial Regular"/>
            </a:endParaRPr>
          </a:p>
          <a:p>
            <a:pPr lvl="4" marL="2160000" indent="-216000">
              <a:lnSpc>
                <a:spcPct val="90000"/>
              </a:lnSpc>
              <a:spcBef>
                <a:spcPts val="283"/>
              </a:spcBef>
              <a:buClr>
                <a:srgbClr val="ffffff"/>
              </a:buClr>
              <a:buSzPct val="45000"/>
              <a:buFont typeface="Wingdings" charset="2"/>
              <a:buChar char=""/>
            </a:pPr>
            <a:r>
              <a:rPr b="0" lang="en-US" sz="2000" spc="-1" strike="noStrike">
                <a:solidFill>
                  <a:schemeClr val="dk1"/>
                </a:solidFill>
                <a:latin typeface="Arial Regular"/>
              </a:rPr>
              <a:t>Fifth Outline Level</a:t>
            </a:r>
            <a:endParaRPr b="0" lang="en-US" sz="2000" spc="-1" strike="noStrike">
              <a:solidFill>
                <a:schemeClr val="dk1"/>
              </a:solidFill>
              <a:latin typeface="Arial Regular"/>
            </a:endParaRPr>
          </a:p>
          <a:p>
            <a:pPr lvl="5" marL="2592000" indent="-216000">
              <a:lnSpc>
                <a:spcPct val="90000"/>
              </a:lnSpc>
              <a:spcBef>
                <a:spcPts val="283"/>
              </a:spcBef>
              <a:buClr>
                <a:srgbClr val="ffffff"/>
              </a:buClr>
              <a:buSzPct val="45000"/>
              <a:buFont typeface="Wingdings" charset="2"/>
              <a:buChar char=""/>
            </a:pPr>
            <a:r>
              <a:rPr b="0" lang="en-US" sz="2000" spc="-1" strike="noStrike">
                <a:solidFill>
                  <a:schemeClr val="dk1"/>
                </a:solidFill>
                <a:latin typeface="Arial Regular"/>
              </a:rPr>
              <a:t>Sixth Outline Level</a:t>
            </a:r>
            <a:endParaRPr b="0" lang="en-US" sz="2000" spc="-1" strike="noStrike">
              <a:solidFill>
                <a:schemeClr val="dk1"/>
              </a:solidFill>
              <a:latin typeface="Arial Regular"/>
            </a:endParaRPr>
          </a:p>
          <a:p>
            <a:pPr lvl="6" marL="3024000" indent="-216000">
              <a:lnSpc>
                <a:spcPct val="90000"/>
              </a:lnSpc>
              <a:spcBef>
                <a:spcPts val="283"/>
              </a:spcBef>
              <a:buClr>
                <a:srgbClr val="ffffff"/>
              </a:buClr>
              <a:buSzPct val="45000"/>
              <a:buFont typeface="Wingdings" charset="2"/>
              <a:buChar char=""/>
            </a:pPr>
            <a:r>
              <a:rPr b="0" lang="en-US" sz="2000" spc="-1" strike="noStrike">
                <a:solidFill>
                  <a:schemeClr val="dk1"/>
                </a:solidFill>
                <a:latin typeface="Arial Regular"/>
              </a:rPr>
              <a:t>Seventh Outline Level</a:t>
            </a:r>
            <a:endParaRPr b="0" lang="en-US" sz="2000" spc="-1" strike="noStrike">
              <a:solidFill>
                <a:schemeClr val="dk1"/>
              </a:solidFill>
              <a:latin typeface="Arial Regular"/>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4" name="PlaceHolder 1"/>
          <p:cNvSpPr>
            <a:spLocks noGrp="1"/>
          </p:cNvSpPr>
          <p:nvPr>
            <p:ph type="body"/>
          </p:nvPr>
        </p:nvSpPr>
        <p:spPr>
          <a:xfrm>
            <a:off x="740160" y="1682280"/>
            <a:ext cx="10711080" cy="4619880"/>
          </a:xfrm>
          <a:prstGeom prst="rect">
            <a:avLst/>
          </a:prstGeom>
          <a:noFill/>
          <a:ln w="0">
            <a:noFill/>
          </a:ln>
        </p:spPr>
        <p:txBody>
          <a:bodyPr lIns="45720" rIns="45720" tIns="45720" bIns="45720" anchor="t">
            <a:normAutofit/>
          </a:bodyPr>
          <a:p>
            <a:pPr marL="91440" indent="-91440" defTabSz="914400">
              <a:lnSpc>
                <a:spcPct val="90000"/>
              </a:lnSpc>
              <a:spcBef>
                <a:spcPts val="1199"/>
              </a:spcBef>
              <a:spcAft>
                <a:spcPts val="201"/>
              </a:spcAft>
              <a:buClr>
                <a:srgbClr val="ffffff"/>
              </a:buClr>
              <a:buFont typeface="Tw Cen MT"/>
              <a:buChar char=" "/>
            </a:pPr>
            <a:r>
              <a:rPr b="0" lang="en-US" sz="3600" spc="-1" strike="noStrike">
                <a:solidFill>
                  <a:schemeClr val="lt1"/>
                </a:solidFill>
                <a:latin typeface="Garamond"/>
              </a:rPr>
              <a:t>Edit Master text styles</a:t>
            </a:r>
            <a:endParaRPr b="0" lang="en-US" sz="3600" spc="-1" strike="noStrike">
              <a:solidFill>
                <a:schemeClr val="dk1"/>
              </a:solidFill>
              <a:latin typeface="Arial Regular"/>
            </a:endParaRPr>
          </a:p>
          <a:p>
            <a:pPr lvl="1" marL="265320" indent="-137160" defTabSz="914400">
              <a:lnSpc>
                <a:spcPct val="90000"/>
              </a:lnSpc>
              <a:spcBef>
                <a:spcPts val="201"/>
              </a:spcBef>
              <a:spcAft>
                <a:spcPts val="400"/>
              </a:spcAft>
              <a:buClr>
                <a:srgbClr val="ffc000"/>
              </a:buClr>
              <a:buFont typeface="Wingdings" charset="2"/>
              <a:buChar char=""/>
            </a:pPr>
            <a:r>
              <a:rPr b="0" lang="en-US" sz="3200" spc="-1" strike="noStrike">
                <a:solidFill>
                  <a:schemeClr val="lt1"/>
                </a:solidFill>
                <a:latin typeface="Garamond"/>
              </a:rPr>
              <a:t>Second level</a:t>
            </a:r>
            <a:endParaRPr b="0" lang="en-US" sz="3200" spc="-1" strike="noStrike">
              <a:solidFill>
                <a:schemeClr val="dk1"/>
              </a:solidFill>
              <a:latin typeface="Arial Regular"/>
            </a:endParaRPr>
          </a:p>
          <a:p>
            <a:pPr lvl="2" marL="448200" indent="-137160" defTabSz="914400">
              <a:lnSpc>
                <a:spcPct val="90000"/>
              </a:lnSpc>
              <a:spcBef>
                <a:spcPts val="201"/>
              </a:spcBef>
              <a:spcAft>
                <a:spcPts val="400"/>
              </a:spcAft>
              <a:buClr>
                <a:srgbClr val="ffffff"/>
              </a:buClr>
              <a:buFont typeface="Arial"/>
              <a:buChar char="◦"/>
            </a:pPr>
            <a:r>
              <a:rPr b="0" lang="en-US" sz="2400" spc="-1" strike="noStrike">
                <a:solidFill>
                  <a:schemeClr val="lt1"/>
                </a:solidFill>
                <a:latin typeface="Garamond"/>
              </a:rPr>
              <a:t>Third level</a:t>
            </a:r>
            <a:endParaRPr b="0" lang="en-US" sz="2400" spc="-1" strike="noStrike">
              <a:solidFill>
                <a:schemeClr val="dk1"/>
              </a:solidFill>
              <a:latin typeface="Arial Regular"/>
            </a:endParaRPr>
          </a:p>
          <a:p>
            <a:pPr lvl="3" marL="594360" indent="-137160" defTabSz="914400">
              <a:lnSpc>
                <a:spcPct val="90000"/>
              </a:lnSpc>
              <a:spcBef>
                <a:spcPts val="201"/>
              </a:spcBef>
              <a:spcAft>
                <a:spcPts val="400"/>
              </a:spcAft>
              <a:buClr>
                <a:srgbClr val="ffffff"/>
              </a:buClr>
              <a:buFont typeface="Wingdings 3" charset="2"/>
              <a:buChar char=""/>
            </a:pPr>
            <a:r>
              <a:rPr b="0" lang="en-US" sz="2400" spc="-1" strike="noStrike">
                <a:solidFill>
                  <a:schemeClr val="lt1"/>
                </a:solidFill>
                <a:latin typeface="Garamond"/>
              </a:rPr>
              <a:t>Fourth level</a:t>
            </a:r>
            <a:endParaRPr b="0" lang="en-US" sz="2400" spc="-1" strike="noStrike">
              <a:solidFill>
                <a:schemeClr val="dk1"/>
              </a:solidFill>
              <a:latin typeface="Arial Regular"/>
            </a:endParaRPr>
          </a:p>
          <a:p>
            <a:pPr lvl="4" marL="777240" indent="-137160" defTabSz="914400">
              <a:lnSpc>
                <a:spcPct val="90000"/>
              </a:lnSpc>
              <a:spcBef>
                <a:spcPts val="201"/>
              </a:spcBef>
              <a:spcAft>
                <a:spcPts val="400"/>
              </a:spcAft>
              <a:buClr>
                <a:srgbClr val="ffffff"/>
              </a:buClr>
              <a:buFont typeface="Calibri"/>
              <a:buChar char="−"/>
            </a:pPr>
            <a:r>
              <a:rPr b="0" lang="en-US" sz="2400" spc="-1" strike="noStrike">
                <a:solidFill>
                  <a:schemeClr val="lt1"/>
                </a:solidFill>
                <a:latin typeface="Garamond"/>
              </a:rPr>
              <a:t>Fifth level</a:t>
            </a:r>
            <a:endParaRPr b="0" lang="en-US" sz="2400" spc="-1" strike="noStrike">
              <a:solidFill>
                <a:schemeClr val="dk1"/>
              </a:solidFill>
              <a:latin typeface="Arial Regular"/>
            </a:endParaRPr>
          </a:p>
        </p:txBody>
      </p:sp>
      <p:sp>
        <p:nvSpPr>
          <p:cNvPr id="5" name="PlaceHolder 2"/>
          <p:cNvSpPr>
            <a:spLocks noGrp="1"/>
          </p:cNvSpPr>
          <p:nvPr>
            <p:ph type="title"/>
          </p:nvPr>
        </p:nvSpPr>
        <p:spPr>
          <a:xfrm>
            <a:off x="468720" y="555480"/>
            <a:ext cx="11254320" cy="691200"/>
          </a:xfrm>
          <a:prstGeom prst="rect">
            <a:avLst/>
          </a:prstGeom>
          <a:noFill/>
          <a:ln w="0">
            <a:noFill/>
          </a:ln>
        </p:spPr>
        <p:txBody>
          <a:bodyPr lIns="91440" rIns="91440" tIns="45720" bIns="0" anchor="ctr">
            <a:noAutofit/>
          </a:bodyPr>
          <a:p>
            <a:pPr indent="0" algn="ctr" defTabSz="914400">
              <a:lnSpc>
                <a:spcPct val="80000"/>
              </a:lnSpc>
              <a:buNone/>
            </a:pPr>
            <a:r>
              <a:rPr b="1" lang="en-US" sz="4800" spc="97" strike="noStrike">
                <a:solidFill>
                  <a:schemeClr val="lt1"/>
                </a:solidFill>
                <a:latin typeface="Garamond"/>
              </a:rPr>
              <a:t>Click to edit Master title style</a:t>
            </a:r>
            <a:endParaRPr b="0" lang="en-US" sz="48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6.wmf"/><Relationship Id="rId2" Type="http://schemas.openxmlformats.org/officeDocument/2006/relationships/slideLayout" Target="../slideLayouts/slideLayout3.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wmf"/><Relationship Id="rId3" Type="http://schemas.openxmlformats.org/officeDocument/2006/relationships/slideLayout" Target="../slideLayouts/slideLayout3.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svg"/><Relationship Id="rId3" Type="http://schemas.openxmlformats.org/officeDocument/2006/relationships/slideLayout" Target="../slideLayouts/slideLayout3.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1.wmf"/><Relationship Id="rId2" Type="http://schemas.openxmlformats.org/officeDocument/2006/relationships/slideLayout" Target="../slideLayouts/slideLayout3.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 name="PlaceHolder 1"/>
          <p:cNvSpPr>
            <a:spLocks noGrp="1"/>
          </p:cNvSpPr>
          <p:nvPr>
            <p:ph/>
          </p:nvPr>
        </p:nvSpPr>
        <p:spPr>
          <a:xfrm>
            <a:off x="879120" y="4998960"/>
            <a:ext cx="10433520" cy="461160"/>
          </a:xfrm>
          <a:prstGeom prst="rect">
            <a:avLst/>
          </a:prstGeom>
          <a:noFill/>
          <a:ln w="0">
            <a:noFill/>
          </a:ln>
        </p:spPr>
        <p:txBody>
          <a:bodyPr lIns="91440" rIns="91440" tIns="45720" bIns="45720" anchor="ctr">
            <a:noAutofit/>
          </a:bodyPr>
          <a:p>
            <a:pPr indent="0" algn="ctr" defTabSz="914400">
              <a:lnSpc>
                <a:spcPct val="100000"/>
              </a:lnSpc>
              <a:spcAft>
                <a:spcPts val="201"/>
              </a:spcAft>
              <a:buNone/>
              <a:tabLst>
                <a:tab algn="l" pos="0"/>
              </a:tabLst>
            </a:pPr>
            <a:r>
              <a:rPr b="0" lang="en-US" sz="2400" spc="-1" strike="noStrike">
                <a:solidFill>
                  <a:schemeClr val="lt1"/>
                </a:solidFill>
                <a:latin typeface="Garamond"/>
              </a:rPr>
              <a:t>Threats, Benefits, and Probability</a:t>
            </a:r>
            <a:endParaRPr b="0" lang="en-US" sz="2400" spc="-1" strike="noStrike">
              <a:solidFill>
                <a:schemeClr val="dk1"/>
              </a:solidFill>
              <a:latin typeface="Arial Regular"/>
            </a:endParaRPr>
          </a:p>
        </p:txBody>
      </p:sp>
      <p:sp>
        <p:nvSpPr>
          <p:cNvPr id="13" name="PlaceHolder 2"/>
          <p:cNvSpPr>
            <a:spLocks noGrp="1"/>
          </p:cNvSpPr>
          <p:nvPr>
            <p:ph type="title"/>
          </p:nvPr>
        </p:nvSpPr>
        <p:spPr>
          <a:xfrm>
            <a:off x="736200" y="1526760"/>
            <a:ext cx="10719360" cy="791640"/>
          </a:xfrm>
          <a:prstGeom prst="rect">
            <a:avLst/>
          </a:prstGeom>
          <a:noFill/>
          <a:ln w="0">
            <a:noFill/>
          </a:ln>
        </p:spPr>
        <p:txBody>
          <a:bodyPr lIns="91440" rIns="91440" tIns="45720" bIns="45720" anchor="ctr">
            <a:normAutofit fontScale="96818"/>
          </a:bodyPr>
          <a:p>
            <a:pPr indent="0" algn="ctr" defTabSz="914400">
              <a:lnSpc>
                <a:spcPct val="80000"/>
              </a:lnSpc>
              <a:buNone/>
            </a:pPr>
            <a:r>
              <a:rPr b="1" lang="en-US" sz="6000" spc="97" strike="noStrike">
                <a:solidFill>
                  <a:schemeClr val="lt1"/>
                </a:solidFill>
                <a:latin typeface="Garamond"/>
              </a:rPr>
              <a:t>Utility &amp; Risk</a:t>
            </a:r>
            <a:endParaRPr b="0" lang="en-US" sz="6000" spc="-1" strike="noStrike">
              <a:solidFill>
                <a:schemeClr val="dk1"/>
              </a:solidFill>
              <a:latin typeface="Arial"/>
            </a:endParaRPr>
          </a:p>
        </p:txBody>
      </p:sp>
      <p:pic>
        <p:nvPicPr>
          <p:cNvPr id="14" name="Graphic 4" descr=""/>
          <p:cNvPicPr/>
          <p:nvPr/>
        </p:nvPicPr>
        <p:blipFill>
          <a:blip r:embed="rId1">
            <a:extLst>
              <a:ext uri="{96DAC541-7B7A-43D3-8B79-37D633B846F1}">
                <asvg:svgBlip xmlns:asvg="http://schemas.microsoft.com/office/drawing/2016/SVG/main" r:embed="rId2"/>
              </a:ext>
            </a:extLst>
          </a:blip>
          <a:stretch/>
        </p:blipFill>
        <p:spPr>
          <a:xfrm>
            <a:off x="4844160" y="2439360"/>
            <a:ext cx="2503080" cy="250308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 name="PlaceHolder 1"/>
          <p:cNvSpPr>
            <a:spLocks noGrp="1"/>
          </p:cNvSpPr>
          <p:nvPr>
            <p:ph type="title"/>
          </p:nvPr>
        </p:nvSpPr>
        <p:spPr>
          <a:xfrm>
            <a:off x="468720" y="469080"/>
            <a:ext cx="11254320" cy="691200"/>
          </a:xfrm>
          <a:prstGeom prst="rect">
            <a:avLst/>
          </a:prstGeom>
          <a:noFill/>
          <a:ln w="0">
            <a:noFill/>
          </a:ln>
        </p:spPr>
        <p:txBody>
          <a:bodyPr lIns="91440" rIns="91440" tIns="45720" bIns="0" anchor="ctr">
            <a:noAutofit/>
          </a:bodyPr>
          <a:p>
            <a:pPr indent="0" algn="ctr" defTabSz="914400">
              <a:lnSpc>
                <a:spcPct val="80000"/>
              </a:lnSpc>
              <a:buNone/>
            </a:pPr>
            <a:r>
              <a:rPr b="1" lang="en-US" sz="4800" spc="97" strike="noStrike">
                <a:solidFill>
                  <a:schemeClr val="lt1"/>
                </a:solidFill>
                <a:latin typeface="Garamond"/>
              </a:rPr>
              <a:t>Cost, Utility, &amp; Risk</a:t>
            </a:r>
            <a:endParaRPr b="0" lang="en-US" sz="4800" spc="-1" strike="noStrike">
              <a:solidFill>
                <a:schemeClr val="dk1"/>
              </a:solidFill>
              <a:latin typeface="Arial"/>
            </a:endParaRPr>
          </a:p>
        </p:txBody>
      </p:sp>
      <p:sp>
        <p:nvSpPr>
          <p:cNvPr id="16" name="PlaceHolder 2"/>
          <p:cNvSpPr>
            <a:spLocks noGrp="1"/>
          </p:cNvSpPr>
          <p:nvPr>
            <p:ph/>
          </p:nvPr>
        </p:nvSpPr>
        <p:spPr>
          <a:xfrm>
            <a:off x="363960" y="1439280"/>
            <a:ext cx="11206080" cy="2636640"/>
          </a:xfrm>
          <a:prstGeom prst="rect">
            <a:avLst/>
          </a:prstGeom>
          <a:noFill/>
          <a:ln w="0">
            <a:noFill/>
          </a:ln>
        </p:spPr>
        <p:txBody>
          <a:bodyPr lIns="45720" rIns="45720" tIns="45720" bIns="45720" anchor="t">
            <a:normAutofit fontScale="80466" lnSpcReduction="10000"/>
          </a:bodyPr>
          <a:p>
            <a:pPr indent="0" algn="just" defTabSz="914400">
              <a:lnSpc>
                <a:spcPct val="110000"/>
              </a:lnSpc>
              <a:spcBef>
                <a:spcPts val="1199"/>
              </a:spcBef>
              <a:spcAft>
                <a:spcPts val="201"/>
              </a:spcAft>
              <a:buNone/>
              <a:tabLst>
                <a:tab algn="l" pos="0"/>
              </a:tabLst>
            </a:pPr>
            <a:r>
              <a:rPr b="1" lang="en-US" sz="2400" spc="-1" strike="noStrike">
                <a:solidFill>
                  <a:srgbClr val="00ff00"/>
                </a:solidFill>
                <a:latin typeface="Arial Regular"/>
                <a:ea typeface="ＭＳ Ｐゴシック"/>
              </a:rPr>
              <a:t>Utility</a:t>
            </a:r>
            <a:r>
              <a:rPr b="0" lang="en-US" sz="2400" spc="-1" strike="noStrike">
                <a:solidFill>
                  <a:srgbClr val="ffffff"/>
                </a:solidFill>
                <a:latin typeface="Arial Regular"/>
                <a:ea typeface="ＭＳ Ｐゴシック"/>
              </a:rPr>
              <a:t> is a </a:t>
            </a:r>
            <a:r>
              <a:rPr b="0" lang="en-US" sz="2400" spc="-1" strike="noStrike" u="sng">
                <a:solidFill>
                  <a:srgbClr val="ffffff"/>
                </a:solidFill>
                <a:uFillTx/>
                <a:latin typeface="Arial Regular"/>
                <a:ea typeface="ＭＳ Ｐゴシック"/>
              </a:rPr>
              <a:t>subjective</a:t>
            </a:r>
            <a:r>
              <a:rPr b="0" lang="en-US" sz="2400" spc="-1" strike="noStrike">
                <a:solidFill>
                  <a:srgbClr val="ffffff"/>
                </a:solidFill>
                <a:latin typeface="Arial Regular"/>
                <a:ea typeface="ＭＳ Ｐゴシック"/>
              </a:rPr>
              <a:t> measure of usefulness or satisfaction (happiness) to a particular agent. This is different from </a:t>
            </a:r>
            <a:r>
              <a:rPr b="1" lang="en-US" sz="2400" spc="-1" strike="noStrike">
                <a:solidFill>
                  <a:srgbClr val="00ff00"/>
                </a:solidFill>
                <a:latin typeface="Arial Regular"/>
                <a:ea typeface="ＭＳ Ｐゴシック"/>
              </a:rPr>
              <a:t>value</a:t>
            </a:r>
            <a:r>
              <a:rPr b="0" lang="en-US" sz="2400" spc="-1" strike="noStrike">
                <a:solidFill>
                  <a:srgbClr val="ffffff"/>
                </a:solidFill>
                <a:latin typeface="Arial Regular"/>
                <a:ea typeface="ＭＳ Ｐゴシック"/>
              </a:rPr>
              <a:t>, which is </a:t>
            </a:r>
            <a:r>
              <a:rPr b="0" lang="en-US" sz="2400" spc="-1" strike="noStrike" u="sng">
                <a:solidFill>
                  <a:srgbClr val="ffffff"/>
                </a:solidFill>
                <a:uFillTx/>
                <a:latin typeface="Arial Regular"/>
                <a:ea typeface="ＭＳ Ｐゴシック"/>
              </a:rPr>
              <a:t>objective</a:t>
            </a:r>
            <a:r>
              <a:rPr b="0" lang="en-US" sz="2400" spc="-1" strike="noStrike">
                <a:solidFill>
                  <a:srgbClr val="ffffff"/>
                </a:solidFill>
                <a:latin typeface="Arial Regular"/>
                <a:ea typeface="ＭＳ Ｐゴシック"/>
              </a:rPr>
              <a:t>.</a:t>
            </a:r>
            <a:r>
              <a:rPr b="0" lang="en-US" sz="2400" spc="-1" strike="noStrike">
                <a:solidFill>
                  <a:srgbClr val="ffffff"/>
                </a:solidFill>
                <a:latin typeface="Arial Regular"/>
                <a:ea typeface="ＭＳ Ｐゴシック"/>
              </a:rPr>
              <a:t> It is sometimes used to make a selection (weapon, target, etc.)</a:t>
            </a:r>
            <a:endParaRPr b="0" lang="en-US" sz="2400" spc="-1" strike="noStrike">
              <a:solidFill>
                <a:srgbClr val="ffffff"/>
              </a:solidFill>
              <a:latin typeface="Arial Regular"/>
            </a:endParaRPr>
          </a:p>
          <a:p>
            <a:pPr indent="0" defTabSz="914400">
              <a:lnSpc>
                <a:spcPct val="90000"/>
              </a:lnSpc>
              <a:spcBef>
                <a:spcPts val="1199"/>
              </a:spcBef>
              <a:spcAft>
                <a:spcPts val="201"/>
              </a:spcAft>
              <a:buNone/>
              <a:tabLst>
                <a:tab algn="l" pos="0"/>
              </a:tabLst>
            </a:pPr>
            <a:endParaRPr b="0" lang="en-US" sz="2400" spc="-1" strike="noStrike">
              <a:solidFill>
                <a:srgbClr val="ffffff"/>
              </a:solidFill>
              <a:latin typeface="Arial Regular"/>
            </a:endParaRPr>
          </a:p>
          <a:p>
            <a:pPr indent="0" defTabSz="914400">
              <a:lnSpc>
                <a:spcPct val="90000"/>
              </a:lnSpc>
              <a:spcBef>
                <a:spcPts val="1199"/>
              </a:spcBef>
              <a:spcAft>
                <a:spcPts val="201"/>
              </a:spcAft>
              <a:buNone/>
              <a:tabLst>
                <a:tab algn="l" pos="0"/>
              </a:tabLst>
            </a:pPr>
            <a:r>
              <a:rPr b="0" lang="en-US" sz="2400" spc="-1" strike="noStrike" u="sng">
                <a:solidFill>
                  <a:srgbClr val="ffffff"/>
                </a:solidFill>
                <a:uFillTx/>
                <a:latin typeface="Arial Regular"/>
                <a:ea typeface="ＭＳ Ｐゴシック"/>
              </a:rPr>
              <a:t>Evaluating Utility</a:t>
            </a:r>
            <a:endParaRPr b="0" lang="en-US" sz="2400" spc="-1" strike="noStrike">
              <a:solidFill>
                <a:srgbClr val="ffffff"/>
              </a:solidFill>
              <a:latin typeface="Arial Regular"/>
            </a:endParaRPr>
          </a:p>
          <a:p>
            <a:pPr lvl="1" defTabSz="914400">
              <a:lnSpc>
                <a:spcPct val="90000"/>
              </a:lnSpc>
              <a:spcBef>
                <a:spcPts val="201"/>
              </a:spcBef>
              <a:spcAft>
                <a:spcPts val="400"/>
              </a:spcAft>
              <a:buClr>
                <a:srgbClr val="ffc000"/>
              </a:buClr>
              <a:buFont typeface="Arial"/>
              <a:buChar char="•"/>
              <a:tabLst>
                <a:tab algn="l" pos="0"/>
              </a:tabLst>
            </a:pPr>
            <a:r>
              <a:rPr b="0" lang="en-US" sz="2400" spc="-1" strike="noStrike">
                <a:solidFill>
                  <a:srgbClr val="ffffff"/>
                </a:solidFill>
                <a:latin typeface="Arial Regular"/>
                <a:ea typeface="ＭＳ Ｐゴシック"/>
              </a:rPr>
              <a:t> </a:t>
            </a:r>
            <a:r>
              <a:rPr b="0" lang="en-US" sz="2400" spc="-1" strike="noStrike">
                <a:solidFill>
                  <a:srgbClr val="ffffff"/>
                </a:solidFill>
                <a:latin typeface="Arial Regular"/>
                <a:ea typeface="ＭＳ Ｐゴシック"/>
              </a:rPr>
              <a:t>Any action has a cost (price in terms of resources) </a:t>
            </a:r>
            <a:endParaRPr b="0" lang="en-US" sz="2400" spc="-1" strike="noStrike">
              <a:solidFill>
                <a:srgbClr val="ffffff"/>
              </a:solidFill>
              <a:latin typeface="Arial Regular"/>
            </a:endParaRPr>
          </a:p>
          <a:p>
            <a:pPr lvl="1" defTabSz="914400">
              <a:lnSpc>
                <a:spcPct val="90000"/>
              </a:lnSpc>
              <a:spcBef>
                <a:spcPts val="201"/>
              </a:spcBef>
              <a:spcAft>
                <a:spcPts val="400"/>
              </a:spcAft>
              <a:buClr>
                <a:srgbClr val="ffc000"/>
              </a:buClr>
              <a:buFont typeface="Arial"/>
              <a:buChar char="•"/>
              <a:tabLst>
                <a:tab algn="l" pos="0"/>
              </a:tabLst>
            </a:pPr>
            <a:r>
              <a:rPr b="0" lang="en-US" sz="2400" spc="-1" strike="noStrike">
                <a:solidFill>
                  <a:srgbClr val="ffffff"/>
                </a:solidFill>
                <a:latin typeface="Arial Regular"/>
                <a:ea typeface="ＭＳ Ｐゴシック"/>
              </a:rPr>
              <a:t> </a:t>
            </a:r>
            <a:r>
              <a:rPr b="0" lang="en-US" sz="2400" spc="-1" strike="noStrike">
                <a:solidFill>
                  <a:srgbClr val="ffffff"/>
                </a:solidFill>
                <a:latin typeface="Arial Regular"/>
                <a:ea typeface="ＭＳ Ｐゴシック"/>
              </a:rPr>
              <a:t>Expected utility can be derived from probability &amp; cost (risk / benefit)</a:t>
            </a:r>
            <a:endParaRPr b="0" lang="en-US" sz="2400" spc="-1" strike="noStrike">
              <a:solidFill>
                <a:srgbClr val="ffffff"/>
              </a:solidFill>
              <a:latin typeface="Arial Regular"/>
            </a:endParaRPr>
          </a:p>
          <a:p>
            <a:pPr lvl="1" defTabSz="914400">
              <a:lnSpc>
                <a:spcPct val="90000"/>
              </a:lnSpc>
              <a:spcBef>
                <a:spcPts val="201"/>
              </a:spcBef>
              <a:spcAft>
                <a:spcPts val="400"/>
              </a:spcAft>
              <a:buClr>
                <a:srgbClr val="ffc000"/>
              </a:buClr>
              <a:buFont typeface="Arial"/>
              <a:buChar char="•"/>
              <a:tabLst>
                <a:tab algn="l" pos="0"/>
              </a:tabLst>
            </a:pPr>
            <a:r>
              <a:rPr b="0" lang="en-US" sz="2400" spc="-1" strike="noStrike">
                <a:solidFill>
                  <a:srgbClr val="ffffff"/>
                </a:solidFill>
                <a:latin typeface="Arial Regular"/>
                <a:ea typeface="ＭＳ Ｐゴシック"/>
              </a:rPr>
              <a:t> </a:t>
            </a:r>
            <a:r>
              <a:rPr b="0" lang="en-US" sz="2400" spc="-1" strike="noStrike">
                <a:solidFill>
                  <a:srgbClr val="ffffff"/>
                </a:solidFill>
                <a:latin typeface="Arial Regular"/>
                <a:ea typeface="ＭＳ Ｐゴシック"/>
              </a:rPr>
              <a:t>Utility is highly dependent on context</a:t>
            </a:r>
            <a:endParaRPr b="0" lang="en-US" sz="2400" spc="-1" strike="noStrike">
              <a:solidFill>
                <a:srgbClr val="ffffff"/>
              </a:solidFill>
              <a:latin typeface="Arial Regular"/>
            </a:endParaRPr>
          </a:p>
        </p:txBody>
      </p:sp>
      <p:graphicFrame>
        <p:nvGraphicFramePr>
          <p:cNvPr id="17" name="Table 1"/>
          <p:cNvGraphicFramePr/>
          <p:nvPr/>
        </p:nvGraphicFramePr>
        <p:xfrm>
          <a:off x="2045880" y="4395240"/>
          <a:ext cx="8127720" cy="2139480"/>
        </p:xfrm>
        <a:graphic>
          <a:graphicData uri="http://schemas.openxmlformats.org/drawingml/2006/table">
            <a:tbl>
              <a:tblPr/>
              <a:tblGrid>
                <a:gridCol w="1511640"/>
                <a:gridCol w="1258560"/>
                <a:gridCol w="1853640"/>
                <a:gridCol w="1877400"/>
                <a:gridCol w="1625400"/>
              </a:tblGrid>
              <a:tr h="1024200">
                <a:tc>
                  <a:txBody>
                    <a:bodyPr tIns="45360" bIns="45360" anchor="t">
                      <a:noAutofit/>
                    </a:bodyPr>
                    <a:p>
                      <a:endParaRPr b="1" lang="en-US" sz="1800" spc="-1" strike="noStrike">
                        <a:solidFill>
                          <a:schemeClr val="lt1"/>
                        </a:solidFill>
                        <a:latin typeface="Garamond"/>
                        <a:ea typeface="ＭＳ Ｐゴシック"/>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dk1">
                        <a:lumMod val="75000"/>
                        <a:lumOff val="25000"/>
                      </a:schemeClr>
                    </a:solidFill>
                  </a:tcPr>
                </a:tc>
                <a:tc>
                  <a:txBody>
                    <a:bodyPr tIns="45360" bIns="45360" anchor="t">
                      <a:noAutofit/>
                    </a:bodyPr>
                    <a:p>
                      <a:pPr algn="ctr" defTabSz="914400">
                        <a:lnSpc>
                          <a:spcPct val="100000"/>
                        </a:lnSpc>
                        <a:tabLst>
                          <a:tab algn="l" pos="0"/>
                        </a:tabLst>
                      </a:pPr>
                      <a:r>
                        <a:rPr b="1" lang="en-US" sz="1800" spc="-1" strike="noStrike">
                          <a:solidFill>
                            <a:schemeClr val="lt1"/>
                          </a:solidFill>
                          <a:latin typeface="Garamond"/>
                          <a:ea typeface="ＭＳ Ｐゴシック"/>
                        </a:rPr>
                        <a:t>No Attack</a:t>
                      </a:r>
                      <a:endParaRPr b="0" lang="en-US" sz="1800" spc="-1" strike="noStrike">
                        <a:solidFill>
                          <a:srgbClr val="ffffff"/>
                        </a:solidFill>
                        <a:latin typeface="Arial"/>
                      </a:endParaRPr>
                    </a:p>
                    <a:p>
                      <a:pPr algn="ctr" defTabSz="914400">
                        <a:lnSpc>
                          <a:spcPct val="100000"/>
                        </a:lnSpc>
                        <a:tabLst>
                          <a:tab algn="l" pos="0"/>
                        </a:tabLst>
                      </a:pPr>
                      <a:r>
                        <a:rPr b="1" lang="en-US" sz="1800" spc="-1" strike="noStrike">
                          <a:solidFill>
                            <a:schemeClr val="lt1"/>
                          </a:solidFill>
                          <a:latin typeface="Garamond"/>
                          <a:ea typeface="ＭＳ Ｐゴシック"/>
                        </a:rPr>
                        <a:t>(P = 0.3)</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dk1">
                        <a:lumMod val="75000"/>
                        <a:lumOff val="25000"/>
                      </a:schemeClr>
                    </a:solidFill>
                  </a:tcPr>
                </a:tc>
                <a:tc>
                  <a:txBody>
                    <a:bodyPr tIns="45360" bIns="45360" anchor="t">
                      <a:noAutofit/>
                    </a:bodyPr>
                    <a:p>
                      <a:pPr algn="ctr" defTabSz="914400">
                        <a:lnSpc>
                          <a:spcPct val="100000"/>
                        </a:lnSpc>
                        <a:tabLst>
                          <a:tab algn="l" pos="0"/>
                        </a:tabLst>
                      </a:pPr>
                      <a:r>
                        <a:rPr b="1" lang="en-US" sz="1800" spc="-1" strike="noStrike">
                          <a:solidFill>
                            <a:schemeClr val="lt1"/>
                          </a:solidFill>
                          <a:latin typeface="Garamond"/>
                          <a:ea typeface="ＭＳ Ｐゴシック"/>
                        </a:rPr>
                        <a:t>Small Attack</a:t>
                      </a:r>
                      <a:endParaRPr b="0" lang="en-US" sz="1800" spc="-1" strike="noStrike">
                        <a:solidFill>
                          <a:srgbClr val="ffffff"/>
                        </a:solidFill>
                        <a:latin typeface="Arial"/>
                      </a:endParaRPr>
                    </a:p>
                    <a:p>
                      <a:pPr algn="ctr" defTabSz="914400">
                        <a:lnSpc>
                          <a:spcPct val="100000"/>
                        </a:lnSpc>
                        <a:tabLst>
                          <a:tab algn="l" pos="0"/>
                        </a:tabLst>
                      </a:pPr>
                      <a:r>
                        <a:rPr b="1" lang="en-US" sz="1800" spc="-1" strike="noStrike">
                          <a:solidFill>
                            <a:schemeClr val="lt1"/>
                          </a:solidFill>
                          <a:latin typeface="Garamond"/>
                          <a:ea typeface="ＭＳ Ｐゴシック"/>
                        </a:rPr>
                        <a:t>(P = 0.5)</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dk1">
                        <a:lumMod val="75000"/>
                        <a:lumOff val="25000"/>
                      </a:schemeClr>
                    </a:solidFill>
                  </a:tcPr>
                </a:tc>
                <a:tc>
                  <a:txBody>
                    <a:bodyPr tIns="45360" bIns="45360" anchor="t">
                      <a:noAutofit/>
                    </a:bodyPr>
                    <a:p>
                      <a:pPr algn="ctr" defTabSz="914400">
                        <a:lnSpc>
                          <a:spcPct val="100000"/>
                        </a:lnSpc>
                        <a:tabLst>
                          <a:tab algn="l" pos="0"/>
                        </a:tabLst>
                      </a:pPr>
                      <a:r>
                        <a:rPr b="1" lang="en-US" sz="1800" spc="-1" strike="noStrike">
                          <a:solidFill>
                            <a:schemeClr val="lt1"/>
                          </a:solidFill>
                          <a:latin typeface="Garamond"/>
                          <a:ea typeface="ＭＳ Ｐゴシック"/>
                        </a:rPr>
                        <a:t>Large Attack</a:t>
                      </a:r>
                      <a:endParaRPr b="0" lang="en-US" sz="1800" spc="-1" strike="noStrike">
                        <a:solidFill>
                          <a:srgbClr val="ffffff"/>
                        </a:solidFill>
                        <a:latin typeface="Arial"/>
                      </a:endParaRPr>
                    </a:p>
                    <a:p>
                      <a:pPr algn="ctr" defTabSz="914400">
                        <a:lnSpc>
                          <a:spcPct val="100000"/>
                        </a:lnSpc>
                        <a:tabLst>
                          <a:tab algn="l" pos="0"/>
                        </a:tabLst>
                      </a:pPr>
                      <a:r>
                        <a:rPr b="1" lang="en-US" sz="1800" spc="-1" strike="noStrike">
                          <a:solidFill>
                            <a:schemeClr val="lt1"/>
                          </a:solidFill>
                          <a:latin typeface="Garamond"/>
                          <a:ea typeface="ＭＳ Ｐゴシック"/>
                        </a:rPr>
                        <a:t>(P = 0.2)</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dk1">
                        <a:lumMod val="75000"/>
                        <a:lumOff val="25000"/>
                      </a:schemeClr>
                    </a:solidFill>
                  </a:tcPr>
                </a:tc>
                <a:tc>
                  <a:txBody>
                    <a:bodyPr tIns="45360" bIns="45360" anchor="t">
                      <a:noAutofit/>
                    </a:bodyPr>
                    <a:p>
                      <a:pPr algn="ctr" defTabSz="914400">
                        <a:lnSpc>
                          <a:spcPct val="100000"/>
                        </a:lnSpc>
                        <a:tabLst>
                          <a:tab algn="l" pos="0"/>
                        </a:tabLst>
                      </a:pPr>
                      <a:r>
                        <a:rPr b="1" lang="en-US" sz="1800" spc="-1" strike="noStrike">
                          <a:solidFill>
                            <a:schemeClr val="lt1"/>
                          </a:solidFill>
                          <a:latin typeface="Garamond"/>
                          <a:ea typeface="ＭＳ Ｐゴシック"/>
                        </a:rPr>
                        <a:t>Expected Utility</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dk1">
                        <a:lumMod val="75000"/>
                        <a:lumOff val="25000"/>
                      </a:schemeClr>
                    </a:solidFill>
                  </a:tcPr>
                </a:tc>
              </a:tr>
              <a:tr h="370800">
                <a:tc>
                  <a:txBody>
                    <a:bodyPr tIns="45360" bIns="45360" anchor="t">
                      <a:noAutofit/>
                    </a:bodyPr>
                    <a:p>
                      <a:pPr algn="ctr" defTabSz="914400">
                        <a:lnSpc>
                          <a:spcPct val="100000"/>
                        </a:lnSpc>
                        <a:tabLst>
                          <a:tab algn="l" pos="0"/>
                        </a:tabLst>
                      </a:pPr>
                      <a:r>
                        <a:rPr b="0" lang="en-US" sz="1800" spc="-1" strike="noStrike">
                          <a:solidFill>
                            <a:schemeClr val="lt1"/>
                          </a:solidFill>
                          <a:latin typeface="Garamond"/>
                          <a:ea typeface="ＭＳ Ｐゴシック"/>
                        </a:rPr>
                        <a:t>Build Tower</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8000"/>
                    </a:solidFill>
                  </a:tcPr>
                </a:tc>
                <a:tc>
                  <a:txBody>
                    <a:bodyPr tIns="45360" bIns="45360" anchor="t">
                      <a:noAutofit/>
                    </a:bodyPr>
                    <a:p>
                      <a:pPr algn="ctr" defTabSz="914400">
                        <a:lnSpc>
                          <a:spcPct val="100000"/>
                        </a:lnSpc>
                        <a:tabLst>
                          <a:tab algn="l" pos="0"/>
                        </a:tabLst>
                      </a:pPr>
                      <a:r>
                        <a:rPr b="0" lang="en-US" sz="1800" spc="-1" strike="noStrike">
                          <a:solidFill>
                            <a:schemeClr val="lt1"/>
                          </a:solidFill>
                          <a:latin typeface="Garamond"/>
                          <a:ea typeface="ＭＳ Ｐゴシック"/>
                        </a:rPr>
                        <a:t>-150</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8000"/>
                    </a:solidFill>
                  </a:tcPr>
                </a:tc>
                <a:tc>
                  <a:txBody>
                    <a:bodyPr tIns="45360" bIns="45360" anchor="t">
                      <a:noAutofit/>
                    </a:bodyPr>
                    <a:p>
                      <a:pPr algn="ctr" defTabSz="914400">
                        <a:lnSpc>
                          <a:spcPct val="100000"/>
                        </a:lnSpc>
                        <a:tabLst>
                          <a:tab algn="l" pos="0"/>
                        </a:tabLst>
                      </a:pPr>
                      <a:r>
                        <a:rPr b="0" lang="en-US" sz="1800" spc="-1" strike="noStrike">
                          <a:solidFill>
                            <a:schemeClr val="lt1"/>
                          </a:solidFill>
                          <a:latin typeface="Garamond"/>
                          <a:ea typeface="ＭＳ Ｐゴシック"/>
                        </a:rPr>
                        <a:t>-150 - 100 = -250</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8000"/>
                    </a:solidFill>
                  </a:tcPr>
                </a:tc>
                <a:tc>
                  <a:txBody>
                    <a:bodyPr tIns="45360" bIns="45360" anchor="t">
                      <a:noAutofit/>
                    </a:bodyPr>
                    <a:p>
                      <a:pPr algn="ctr" defTabSz="914400">
                        <a:lnSpc>
                          <a:spcPct val="100000"/>
                        </a:lnSpc>
                        <a:tabLst>
                          <a:tab algn="l" pos="0"/>
                        </a:tabLst>
                      </a:pPr>
                      <a:r>
                        <a:rPr b="0" lang="en-US" sz="1800" spc="-1" strike="noStrike">
                          <a:solidFill>
                            <a:schemeClr val="lt1"/>
                          </a:solidFill>
                          <a:latin typeface="Garamond"/>
                          <a:ea typeface="ＭＳ Ｐゴシック"/>
                        </a:rPr>
                        <a:t>-150 – 250 = -400</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8000"/>
                    </a:solidFill>
                  </a:tcPr>
                </a:tc>
                <a:tc>
                  <a:txBody>
                    <a:bodyPr tIns="45360" bIns="45360" anchor="t">
                      <a:noAutofit/>
                    </a:bodyPr>
                    <a:p>
                      <a:pPr algn="ctr" defTabSz="914400">
                        <a:lnSpc>
                          <a:spcPct val="100000"/>
                        </a:lnSpc>
                        <a:tabLst>
                          <a:tab algn="l" pos="0"/>
                        </a:tabLst>
                      </a:pPr>
                      <a:r>
                        <a:rPr b="0" lang="en-US" sz="1800" spc="-1" strike="noStrike">
                          <a:solidFill>
                            <a:schemeClr val="lt1"/>
                          </a:solidFill>
                          <a:latin typeface="Garamond"/>
                          <a:ea typeface="ＭＳ Ｐゴシック"/>
                        </a:rPr>
                        <a:t>-250</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8000"/>
                    </a:solidFill>
                  </a:tcPr>
                </a:tc>
              </a:tr>
              <a:tr h="370800">
                <a:tc>
                  <a:txBody>
                    <a:bodyPr tIns="45360" bIns="45360" anchor="t">
                      <a:noAutofit/>
                    </a:bodyPr>
                    <a:p>
                      <a:pPr algn="ctr" defTabSz="914400">
                        <a:lnSpc>
                          <a:spcPct val="100000"/>
                        </a:lnSpc>
                        <a:tabLst>
                          <a:tab algn="l" pos="0"/>
                        </a:tabLst>
                      </a:pPr>
                      <a:r>
                        <a:rPr b="0" lang="en-US" sz="1800" spc="-1" strike="noStrike">
                          <a:solidFill>
                            <a:schemeClr val="lt1"/>
                          </a:solidFill>
                          <a:latin typeface="Garamond"/>
                          <a:ea typeface="ＭＳ Ｐゴシック"/>
                        </a:rPr>
                        <a:t>Skip Tower</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b050"/>
                    </a:solidFill>
                  </a:tcPr>
                </a:tc>
                <a:tc>
                  <a:txBody>
                    <a:bodyPr tIns="45360" bIns="45360" anchor="t">
                      <a:noAutofit/>
                    </a:bodyPr>
                    <a:p>
                      <a:pPr algn="ctr" defTabSz="914400">
                        <a:lnSpc>
                          <a:spcPct val="100000"/>
                        </a:lnSpc>
                        <a:tabLst>
                          <a:tab algn="l" pos="0"/>
                        </a:tabLst>
                      </a:pPr>
                      <a:r>
                        <a:rPr b="0" lang="en-US" sz="1800" spc="-1" strike="noStrike">
                          <a:solidFill>
                            <a:schemeClr val="lt1"/>
                          </a:solidFill>
                          <a:latin typeface="Garamond"/>
                          <a:ea typeface="ＭＳ Ｐゴシック"/>
                        </a:rPr>
                        <a:t>0</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b050"/>
                    </a:solidFill>
                  </a:tcPr>
                </a:tc>
                <a:tc>
                  <a:txBody>
                    <a:bodyPr tIns="45360" bIns="45360" anchor="t">
                      <a:noAutofit/>
                    </a:bodyPr>
                    <a:p>
                      <a:pPr algn="ctr" defTabSz="914400">
                        <a:lnSpc>
                          <a:spcPct val="100000"/>
                        </a:lnSpc>
                        <a:tabLst>
                          <a:tab algn="l" pos="0"/>
                        </a:tabLst>
                      </a:pPr>
                      <a:r>
                        <a:rPr b="0" lang="en-US" sz="1800" spc="-1" strike="noStrike">
                          <a:solidFill>
                            <a:schemeClr val="lt1"/>
                          </a:solidFill>
                          <a:latin typeface="Garamond"/>
                          <a:ea typeface="ＭＳ Ｐゴシック"/>
                        </a:rPr>
                        <a:t>-250</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b050"/>
                    </a:solidFill>
                  </a:tcPr>
                </a:tc>
                <a:tc>
                  <a:txBody>
                    <a:bodyPr tIns="45360" bIns="45360" anchor="t">
                      <a:noAutofit/>
                    </a:bodyPr>
                    <a:p>
                      <a:pPr algn="ctr" defTabSz="914400">
                        <a:lnSpc>
                          <a:spcPct val="100000"/>
                        </a:lnSpc>
                        <a:tabLst>
                          <a:tab algn="l" pos="0"/>
                        </a:tabLst>
                      </a:pPr>
                      <a:r>
                        <a:rPr b="0" lang="en-US" sz="1800" spc="-1" strike="noStrike">
                          <a:solidFill>
                            <a:schemeClr val="lt1"/>
                          </a:solidFill>
                          <a:latin typeface="Garamond"/>
                          <a:ea typeface="ＭＳ Ｐゴシック"/>
                        </a:rPr>
                        <a:t>-500</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b050"/>
                    </a:solidFill>
                  </a:tcPr>
                </a:tc>
                <a:tc>
                  <a:txBody>
                    <a:bodyPr tIns="45360" bIns="45360" anchor="t">
                      <a:noAutofit/>
                    </a:bodyPr>
                    <a:p>
                      <a:pPr algn="ctr" defTabSz="914400">
                        <a:lnSpc>
                          <a:spcPct val="100000"/>
                        </a:lnSpc>
                        <a:tabLst>
                          <a:tab algn="l" pos="0"/>
                        </a:tabLst>
                      </a:pPr>
                      <a:r>
                        <a:rPr b="0" lang="en-US" sz="1800" spc="-1" strike="noStrike">
                          <a:solidFill>
                            <a:schemeClr val="lt1"/>
                          </a:solidFill>
                          <a:latin typeface="Garamond"/>
                          <a:ea typeface="ＭＳ Ｐゴシック"/>
                        </a:rPr>
                        <a:t>-225</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b050"/>
                    </a:solidFill>
                  </a:tcPr>
                </a:tc>
              </a:tr>
            </a:tbl>
          </a:graphicData>
        </a:graphic>
      </p:graphicFrame>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nodeType="clickEffect" fill="hold">
                      <p:stCondLst>
                        <p:cond delay="indefinite"/>
                      </p:stCondLst>
                      <p:childTnLst>
                        <p:par>
                          <p:cTn id="4" nodeType="withEffect" fill="hold">
                            <p:stCondLst>
                              <p:cond delay="0"/>
                            </p:stCondLst>
                            <p:childTnLst>
                              <p:par>
                                <p:cTn id="5" nodeType="clickEffect" fill="hold" presetClass="entr" presetID="9">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filter="dissolve" transition="in">
                                      <p:cBhvr additive="repl">
                                        <p:cTn id="7" dur="500"/>
                                        <p:tgtEl>
                                          <p:spTgt spid="16">
                                            <p:txEl>
                                              <p:pRg st="0" end="0"/>
                                            </p:txEl>
                                          </p:spTgt>
                                        </p:tgtEl>
                                      </p:cBhvr>
                                    </p:animEffect>
                                  </p:childTnLst>
                                </p:cTn>
                              </p:par>
                            </p:childTnLst>
                          </p:cTn>
                        </p:par>
                      </p:childTnLst>
                    </p:cTn>
                  </p:par>
                  <p:par>
                    <p:cTn id="8" nodeType="clickEffect" fill="hold">
                      <p:stCondLst>
                        <p:cond delay="indefinite"/>
                      </p:stCondLst>
                      <p:childTnLst>
                        <p:par>
                          <p:cTn id="9" nodeType="withEffect" fill="hold">
                            <p:stCondLst>
                              <p:cond delay="0"/>
                            </p:stCondLst>
                            <p:childTnLst>
                              <p:par>
                                <p:cTn id="10" nodeType="clickEffect" fill="hold" presetClass="entr" presetID="9">
                                  <p:stCondLst>
                                    <p:cond delay="0"/>
                                  </p:stCondLst>
                                  <p:childTnLst>
                                    <p:set>
                                      <p:cBhvr>
                                        <p:cTn id="11" dur="1" fill="hold">
                                          <p:stCondLst>
                                            <p:cond delay="0"/>
                                          </p:stCondLst>
                                        </p:cTn>
                                        <p:tgtEl>
                                          <p:spTgt spid="16">
                                            <p:txEl>
                                              <p:pRg st="2" end="2"/>
                                            </p:txEl>
                                          </p:spTgt>
                                        </p:tgtEl>
                                        <p:attrNameLst>
                                          <p:attrName>style.visibility</p:attrName>
                                        </p:attrNameLst>
                                      </p:cBhvr>
                                      <p:to>
                                        <p:strVal val="visible"/>
                                      </p:to>
                                    </p:set>
                                    <p:animEffect filter="dissolve" transition="in">
                                      <p:cBhvr additive="repl">
                                        <p:cTn id="12" dur="500"/>
                                        <p:tgtEl>
                                          <p:spTgt spid="16">
                                            <p:txEl>
                                              <p:pRg st="2" end="2"/>
                                            </p:txEl>
                                          </p:spTgt>
                                        </p:tgtEl>
                                      </p:cBhvr>
                                    </p:animEffect>
                                  </p:childTnLst>
                                </p:cTn>
                              </p:par>
                              <p:par>
                                <p:cTn id="13" nodeType="withEffect" fill="hold" presetClass="entr" presetID="9">
                                  <p:stCondLst>
                                    <p:cond delay="0"/>
                                  </p:stCondLst>
                                  <p:childTnLst>
                                    <p:set>
                                      <p:cBhvr>
                                        <p:cTn id="14" dur="1" fill="hold">
                                          <p:stCondLst>
                                            <p:cond delay="0"/>
                                          </p:stCondLst>
                                        </p:cTn>
                                        <p:tgtEl>
                                          <p:spTgt spid="16">
                                            <p:txEl>
                                              <p:pRg st="3" end="3"/>
                                            </p:txEl>
                                          </p:spTgt>
                                        </p:tgtEl>
                                        <p:attrNameLst>
                                          <p:attrName>style.visibility</p:attrName>
                                        </p:attrNameLst>
                                      </p:cBhvr>
                                      <p:to>
                                        <p:strVal val="visible"/>
                                      </p:to>
                                    </p:set>
                                    <p:animEffect filter="dissolve" transition="in">
                                      <p:cBhvr additive="repl">
                                        <p:cTn id="15" dur="500"/>
                                        <p:tgtEl>
                                          <p:spTgt spid="16">
                                            <p:txEl>
                                              <p:pRg st="3" end="3"/>
                                            </p:txEl>
                                          </p:spTgt>
                                        </p:tgtEl>
                                      </p:cBhvr>
                                    </p:animEffect>
                                  </p:childTnLst>
                                </p:cTn>
                              </p:par>
                              <p:par>
                                <p:cTn id="16" nodeType="withEffect" fill="hold" presetClass="entr" presetID="9">
                                  <p:stCondLst>
                                    <p:cond delay="0"/>
                                  </p:stCondLst>
                                  <p:childTnLst>
                                    <p:set>
                                      <p:cBhvr>
                                        <p:cTn id="17" dur="1" fill="hold">
                                          <p:stCondLst>
                                            <p:cond delay="0"/>
                                          </p:stCondLst>
                                        </p:cTn>
                                        <p:tgtEl>
                                          <p:spTgt spid="16">
                                            <p:txEl>
                                              <p:pRg st="4" end="4"/>
                                            </p:txEl>
                                          </p:spTgt>
                                        </p:tgtEl>
                                        <p:attrNameLst>
                                          <p:attrName>style.visibility</p:attrName>
                                        </p:attrNameLst>
                                      </p:cBhvr>
                                      <p:to>
                                        <p:strVal val="visible"/>
                                      </p:to>
                                    </p:set>
                                    <p:animEffect filter="dissolve" transition="in">
                                      <p:cBhvr additive="repl">
                                        <p:cTn id="18" dur="500"/>
                                        <p:tgtEl>
                                          <p:spTgt spid="16">
                                            <p:txEl>
                                              <p:pRg st="4" end="4"/>
                                            </p:txEl>
                                          </p:spTgt>
                                        </p:tgtEl>
                                      </p:cBhvr>
                                    </p:animEffect>
                                  </p:childTnLst>
                                </p:cTn>
                              </p:par>
                              <p:par>
                                <p:cTn id="19" nodeType="withEffect" fill="hold" presetClass="entr" presetID="9">
                                  <p:stCondLst>
                                    <p:cond delay="0"/>
                                  </p:stCondLst>
                                  <p:childTnLst>
                                    <p:set>
                                      <p:cBhvr>
                                        <p:cTn id="20" dur="1" fill="hold">
                                          <p:stCondLst>
                                            <p:cond delay="0"/>
                                          </p:stCondLst>
                                        </p:cTn>
                                        <p:tgtEl>
                                          <p:spTgt spid="16">
                                            <p:txEl>
                                              <p:pRg st="5" end="5"/>
                                            </p:txEl>
                                          </p:spTgt>
                                        </p:tgtEl>
                                        <p:attrNameLst>
                                          <p:attrName>style.visibility</p:attrName>
                                        </p:attrNameLst>
                                      </p:cBhvr>
                                      <p:to>
                                        <p:strVal val="visible"/>
                                      </p:to>
                                    </p:set>
                                    <p:animEffect filter="dissolve" transition="in">
                                      <p:cBhvr additive="repl">
                                        <p:cTn id="21" dur="500"/>
                                        <p:tgtEl>
                                          <p:spTgt spid="16">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 name="PlaceHolder 1"/>
          <p:cNvSpPr>
            <a:spLocks noGrp="1"/>
          </p:cNvSpPr>
          <p:nvPr>
            <p:ph type="title"/>
          </p:nvPr>
        </p:nvSpPr>
        <p:spPr>
          <a:xfrm>
            <a:off x="468720" y="476280"/>
            <a:ext cx="11254320" cy="691200"/>
          </a:xfrm>
          <a:prstGeom prst="rect">
            <a:avLst/>
          </a:prstGeom>
          <a:noFill/>
          <a:ln w="0">
            <a:noFill/>
          </a:ln>
        </p:spPr>
        <p:txBody>
          <a:bodyPr lIns="91440" rIns="91440" tIns="45720" bIns="0" anchor="ctr">
            <a:noAutofit/>
          </a:bodyPr>
          <a:p>
            <a:pPr indent="0" algn="ctr" defTabSz="914400">
              <a:lnSpc>
                <a:spcPct val="80000"/>
              </a:lnSpc>
              <a:buNone/>
            </a:pPr>
            <a:r>
              <a:rPr b="1" lang="en-US" sz="4800" spc="97" strike="noStrike">
                <a:solidFill>
                  <a:schemeClr val="lt1"/>
                </a:solidFill>
                <a:latin typeface="Garamond"/>
              </a:rPr>
              <a:t>Cost, Utility, &amp; Risk</a:t>
            </a:r>
            <a:endParaRPr b="0" lang="en-US" sz="4800" spc="-1" strike="noStrike">
              <a:solidFill>
                <a:schemeClr val="dk1"/>
              </a:solidFill>
              <a:latin typeface="Arial"/>
            </a:endParaRPr>
          </a:p>
        </p:txBody>
      </p:sp>
      <p:sp>
        <p:nvSpPr>
          <p:cNvPr id="19" name="PlaceHolder 2"/>
          <p:cNvSpPr>
            <a:spLocks noGrp="1"/>
          </p:cNvSpPr>
          <p:nvPr>
            <p:ph/>
          </p:nvPr>
        </p:nvSpPr>
        <p:spPr>
          <a:xfrm>
            <a:off x="1660680" y="1277280"/>
            <a:ext cx="8870760" cy="502200"/>
          </a:xfrm>
          <a:prstGeom prst="rect">
            <a:avLst/>
          </a:prstGeom>
          <a:noFill/>
          <a:ln w="0">
            <a:noFill/>
          </a:ln>
        </p:spPr>
        <p:txBody>
          <a:bodyPr lIns="45720" rIns="45720" tIns="45720" bIns="45720" anchor="t">
            <a:noAutofit/>
          </a:bodyPr>
          <a:p>
            <a:pPr indent="0" algn="ctr" defTabSz="914400">
              <a:lnSpc>
                <a:spcPct val="90000"/>
              </a:lnSpc>
              <a:spcBef>
                <a:spcPts val="1199"/>
              </a:spcBef>
              <a:spcAft>
                <a:spcPts val="201"/>
              </a:spcAft>
              <a:buNone/>
              <a:tabLst>
                <a:tab algn="l" pos="0"/>
              </a:tabLst>
            </a:pPr>
            <a:r>
              <a:rPr b="0" lang="en-US" sz="2200" spc="-1" strike="noStrike">
                <a:solidFill>
                  <a:schemeClr val="dk1"/>
                </a:solidFill>
                <a:latin typeface="Arial Regular"/>
                <a:ea typeface="ＭＳ Ｐゴシック"/>
              </a:rPr>
              <a:t>An agent’s actions can sometimes affect utility evaluation.</a:t>
            </a:r>
            <a:endParaRPr b="0" lang="en-US" sz="2200" spc="-1" strike="noStrike">
              <a:solidFill>
                <a:schemeClr val="dk1"/>
              </a:solidFill>
              <a:latin typeface="Arial Regular"/>
            </a:endParaRPr>
          </a:p>
          <a:p>
            <a:pPr indent="0" defTabSz="914400">
              <a:lnSpc>
                <a:spcPct val="90000"/>
              </a:lnSpc>
              <a:spcBef>
                <a:spcPts val="1199"/>
              </a:spcBef>
              <a:spcAft>
                <a:spcPts val="201"/>
              </a:spcAft>
              <a:buNone/>
              <a:tabLst>
                <a:tab algn="l" pos="0"/>
              </a:tabLst>
            </a:pPr>
            <a:endParaRPr b="0" lang="en-US" sz="2400" spc="-1" strike="noStrike">
              <a:solidFill>
                <a:schemeClr val="dk1"/>
              </a:solidFill>
              <a:latin typeface="Arial Regular"/>
            </a:endParaRPr>
          </a:p>
          <a:p>
            <a:pPr indent="0" defTabSz="914400">
              <a:lnSpc>
                <a:spcPct val="90000"/>
              </a:lnSpc>
              <a:spcBef>
                <a:spcPts val="1199"/>
              </a:spcBef>
              <a:spcAft>
                <a:spcPts val="201"/>
              </a:spcAft>
              <a:buNone/>
              <a:tabLst>
                <a:tab algn="l" pos="0"/>
              </a:tabLst>
            </a:pPr>
            <a:endParaRPr b="0" lang="en-US" sz="2400" spc="-1" strike="noStrike">
              <a:solidFill>
                <a:schemeClr val="dk1"/>
              </a:solidFill>
              <a:latin typeface="Arial Regular"/>
            </a:endParaRPr>
          </a:p>
          <a:p>
            <a:pPr indent="0" defTabSz="914400">
              <a:lnSpc>
                <a:spcPct val="90000"/>
              </a:lnSpc>
              <a:spcBef>
                <a:spcPts val="1199"/>
              </a:spcBef>
              <a:spcAft>
                <a:spcPts val="201"/>
              </a:spcAft>
              <a:buNone/>
              <a:tabLst>
                <a:tab algn="l" pos="0"/>
              </a:tabLst>
            </a:pPr>
            <a:endParaRPr b="0" lang="en-US" sz="2400" spc="-1" strike="noStrike">
              <a:solidFill>
                <a:schemeClr val="dk1"/>
              </a:solidFill>
              <a:latin typeface="Arial Regular"/>
            </a:endParaRPr>
          </a:p>
          <a:p>
            <a:pPr indent="0" defTabSz="914400">
              <a:lnSpc>
                <a:spcPct val="90000"/>
              </a:lnSpc>
              <a:spcBef>
                <a:spcPts val="1199"/>
              </a:spcBef>
              <a:spcAft>
                <a:spcPts val="201"/>
              </a:spcAft>
              <a:buNone/>
              <a:tabLst>
                <a:tab algn="l" pos="0"/>
              </a:tabLst>
            </a:pPr>
            <a:endParaRPr b="0" lang="en-US" sz="2400" spc="-1" strike="noStrike">
              <a:solidFill>
                <a:schemeClr val="dk1"/>
              </a:solidFill>
              <a:latin typeface="Arial Regular"/>
            </a:endParaRPr>
          </a:p>
          <a:p>
            <a:pPr indent="0" defTabSz="914400">
              <a:lnSpc>
                <a:spcPct val="90000"/>
              </a:lnSpc>
              <a:spcBef>
                <a:spcPts val="1199"/>
              </a:spcBef>
              <a:spcAft>
                <a:spcPts val="201"/>
              </a:spcAft>
              <a:buNone/>
              <a:tabLst>
                <a:tab algn="l" pos="0"/>
              </a:tabLst>
            </a:pPr>
            <a:endParaRPr b="0" lang="en-US" sz="2400" spc="-1" strike="noStrike">
              <a:solidFill>
                <a:schemeClr val="dk1"/>
              </a:solidFill>
              <a:latin typeface="Arial Regular"/>
            </a:endParaRPr>
          </a:p>
        </p:txBody>
      </p:sp>
      <p:pic>
        <p:nvPicPr>
          <p:cNvPr id="20" name="Picture 2" descr="C:\Users\Jeremiah Blanchard\AppData\Local\Microsoft\Windows\Temporary Internet Files\Content.IE5\I0NDU540\MC900039005[1].wmf"/>
          <p:cNvPicPr/>
          <p:nvPr/>
        </p:nvPicPr>
        <p:blipFill>
          <a:blip r:embed="rId1"/>
          <a:stretch/>
        </p:blipFill>
        <p:spPr>
          <a:xfrm>
            <a:off x="10155240" y="4438800"/>
            <a:ext cx="1770480" cy="1654200"/>
          </a:xfrm>
          <a:prstGeom prst="rect">
            <a:avLst/>
          </a:prstGeom>
          <a:ln w="0">
            <a:noFill/>
          </a:ln>
        </p:spPr>
      </p:pic>
      <p:graphicFrame>
        <p:nvGraphicFramePr>
          <p:cNvPr id="21" name="Table 1"/>
          <p:cNvGraphicFramePr/>
          <p:nvPr/>
        </p:nvGraphicFramePr>
        <p:xfrm>
          <a:off x="2158560" y="3020400"/>
          <a:ext cx="7846560" cy="2452680"/>
        </p:xfrm>
        <a:graphic>
          <a:graphicData uri="http://schemas.openxmlformats.org/drawingml/2006/table">
            <a:tbl>
              <a:tblPr/>
              <a:tblGrid>
                <a:gridCol w="1266120"/>
                <a:gridCol w="1237680"/>
                <a:gridCol w="1833840"/>
                <a:gridCol w="1972440"/>
                <a:gridCol w="1535760"/>
              </a:tblGrid>
              <a:tr h="370800">
                <a:tc>
                  <a:txBody>
                    <a:bodyPr anchor="t">
                      <a:noAutofit/>
                    </a:bodyPr>
                    <a:p>
                      <a:pPr algn="ctr" defTabSz="914400">
                        <a:lnSpc>
                          <a:spcPct val="100000"/>
                        </a:lnSpc>
                        <a:tabLst>
                          <a:tab algn="l" pos="0"/>
                        </a:tabLst>
                      </a:pPr>
                      <a:r>
                        <a:rPr b="1" lang="en-US" sz="1800" spc="-1" strike="noStrike">
                          <a:solidFill>
                            <a:schemeClr val="lt1"/>
                          </a:solidFill>
                          <a:latin typeface="Garamond"/>
                          <a:ea typeface="ＭＳ Ｐゴシック"/>
                        </a:rPr>
                        <a:t>Action</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dk1">
                        <a:lumMod val="75000"/>
                        <a:lumOff val="25000"/>
                      </a:schemeClr>
                    </a:solidFill>
                  </a:tcPr>
                </a:tc>
                <a:tc>
                  <a:txBody>
                    <a:bodyPr anchor="t">
                      <a:noAutofit/>
                    </a:bodyPr>
                    <a:p>
                      <a:pPr algn="ctr" defTabSz="914400">
                        <a:lnSpc>
                          <a:spcPct val="100000"/>
                        </a:lnSpc>
                        <a:tabLst>
                          <a:tab algn="l" pos="0"/>
                        </a:tabLst>
                      </a:pPr>
                      <a:r>
                        <a:rPr b="1" lang="en-US" sz="1800" spc="-1" strike="noStrike">
                          <a:solidFill>
                            <a:schemeClr val="lt1"/>
                          </a:solidFill>
                          <a:latin typeface="Garamond"/>
                          <a:ea typeface="ＭＳ Ｐゴシック"/>
                        </a:rPr>
                        <a:t>No Attack</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dk1">
                        <a:lumMod val="75000"/>
                        <a:lumOff val="25000"/>
                      </a:schemeClr>
                    </a:solidFill>
                  </a:tcPr>
                </a:tc>
                <a:tc>
                  <a:txBody>
                    <a:bodyPr anchor="t">
                      <a:noAutofit/>
                    </a:bodyPr>
                    <a:p>
                      <a:pPr algn="ctr" defTabSz="914400">
                        <a:lnSpc>
                          <a:spcPct val="100000"/>
                        </a:lnSpc>
                        <a:tabLst>
                          <a:tab algn="l" pos="0"/>
                        </a:tabLst>
                      </a:pPr>
                      <a:r>
                        <a:rPr b="1" lang="en-US" sz="1800" spc="-1" strike="noStrike">
                          <a:solidFill>
                            <a:schemeClr val="lt1"/>
                          </a:solidFill>
                          <a:latin typeface="Garamond"/>
                          <a:ea typeface="ＭＳ Ｐゴシック"/>
                        </a:rPr>
                        <a:t>Small Attack</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dk1">
                        <a:lumMod val="75000"/>
                        <a:lumOff val="25000"/>
                      </a:schemeClr>
                    </a:solidFill>
                  </a:tcPr>
                </a:tc>
                <a:tc>
                  <a:txBody>
                    <a:bodyPr anchor="t">
                      <a:noAutofit/>
                    </a:bodyPr>
                    <a:p>
                      <a:pPr algn="ctr" defTabSz="914400">
                        <a:lnSpc>
                          <a:spcPct val="100000"/>
                        </a:lnSpc>
                        <a:tabLst>
                          <a:tab algn="l" pos="0"/>
                        </a:tabLst>
                      </a:pPr>
                      <a:r>
                        <a:rPr b="1" lang="en-US" sz="1800" spc="-1" strike="noStrike">
                          <a:solidFill>
                            <a:schemeClr val="lt1"/>
                          </a:solidFill>
                          <a:latin typeface="Garamond"/>
                          <a:ea typeface="ＭＳ Ｐゴシック"/>
                        </a:rPr>
                        <a:t>Large Attack</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dk1">
                        <a:lumMod val="75000"/>
                        <a:lumOff val="25000"/>
                      </a:schemeClr>
                    </a:solidFill>
                  </a:tcPr>
                </a:tc>
                <a:tc>
                  <a:txBody>
                    <a:bodyPr anchor="t">
                      <a:noAutofit/>
                    </a:bodyPr>
                    <a:p>
                      <a:pPr algn="ctr" defTabSz="914400">
                        <a:lnSpc>
                          <a:spcPct val="100000"/>
                        </a:lnSpc>
                        <a:tabLst>
                          <a:tab algn="l" pos="0"/>
                        </a:tabLst>
                      </a:pPr>
                      <a:r>
                        <a:rPr b="1" lang="en-US" sz="1800" spc="-1" strike="noStrike">
                          <a:solidFill>
                            <a:schemeClr val="lt1"/>
                          </a:solidFill>
                          <a:latin typeface="Garamond"/>
                          <a:ea typeface="ＭＳ Ｐゴシック"/>
                        </a:rPr>
                        <a:t>Exp. Utility</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28080">
                      <a:solidFill>
                        <a:srgbClr val="ffffff"/>
                      </a:solidFill>
                      <a:prstDash val="solid"/>
                    </a:lnB>
                    <a:solidFill>
                      <a:schemeClr val="dk1">
                        <a:lumMod val="75000"/>
                        <a:lumOff val="25000"/>
                      </a:schemeClr>
                    </a:solidFill>
                  </a:tcPr>
                </a:tc>
              </a:tr>
              <a:tr h="370800">
                <a:tc>
                  <a:txBody>
                    <a:bodyPr anchor="ctr">
                      <a:noAutofit/>
                    </a:bodyPr>
                    <a:p>
                      <a:pPr algn="ctr" defTabSz="914400">
                        <a:lnSpc>
                          <a:spcPct val="100000"/>
                        </a:lnSpc>
                        <a:tabLst>
                          <a:tab algn="l" pos="0"/>
                        </a:tabLst>
                      </a:pPr>
                      <a:r>
                        <a:rPr b="1" lang="en-US" sz="1800" spc="-1" strike="noStrike">
                          <a:solidFill>
                            <a:schemeClr val="lt1"/>
                          </a:solidFill>
                          <a:latin typeface="Garamond"/>
                          <a:ea typeface="ＭＳ Ｐゴシック"/>
                        </a:rPr>
                        <a:t>Build Tower</a:t>
                      </a:r>
                      <a:endParaRPr b="0" lang="en-US" sz="1800" spc="-1" strike="noStrike">
                        <a:solidFill>
                          <a:srgbClr val="ffffff"/>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12240">
                      <a:solidFill>
                        <a:srgbClr val="ffffff"/>
                      </a:solidFill>
                      <a:prstDash val="solid"/>
                    </a:lnB>
                    <a:solidFill>
                      <a:srgbClr val="00c0c0"/>
                    </a:solidFill>
                  </a:tcPr>
                </a:tc>
                <a:tc>
                  <a:txBody>
                    <a:bodyPr anchor="t">
                      <a:noAutofit/>
                    </a:bodyPr>
                    <a:p>
                      <a:pPr algn="ctr" defTabSz="914400">
                        <a:lnSpc>
                          <a:spcPct val="100000"/>
                        </a:lnSpc>
                        <a:tabLst>
                          <a:tab algn="l" pos="0"/>
                        </a:tabLst>
                      </a:pPr>
                      <a:r>
                        <a:rPr b="1" lang="en-US" sz="1800" spc="-1" strike="noStrike">
                          <a:solidFill>
                            <a:schemeClr val="lt1"/>
                          </a:solidFill>
                          <a:latin typeface="Garamond"/>
                          <a:ea typeface="ＭＳ Ｐゴシック"/>
                        </a:rPr>
                        <a:t>(P=0.5)</a:t>
                      </a:r>
                      <a:endParaRPr b="0" lang="en-US" sz="1800" spc="-1" strike="noStrike">
                        <a:solidFill>
                          <a:srgbClr val="ffffff"/>
                        </a:solidFill>
                        <a:latin typeface="Arial"/>
                      </a:endParaRPr>
                    </a:p>
                    <a:p>
                      <a:pPr algn="ctr" defTabSz="914400">
                        <a:lnSpc>
                          <a:spcPct val="100000"/>
                        </a:lnSpc>
                        <a:tabLst>
                          <a:tab algn="l" pos="0"/>
                        </a:tabLst>
                      </a:pPr>
                      <a:r>
                        <a:rPr b="1" lang="en-US" sz="1800" spc="-1" strike="noStrike">
                          <a:solidFill>
                            <a:schemeClr val="lt1"/>
                          </a:solidFill>
                          <a:latin typeface="Garamond"/>
                          <a:ea typeface="ＭＳ Ｐゴシック"/>
                        </a:rPr>
                        <a:t>-150</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12240">
                      <a:solidFill>
                        <a:srgbClr val="ffffff"/>
                      </a:solidFill>
                      <a:prstDash val="solid"/>
                    </a:lnB>
                    <a:solidFill>
                      <a:srgbClr val="00c0c0"/>
                    </a:solidFill>
                  </a:tcPr>
                </a:tc>
                <a:tc>
                  <a:txBody>
                    <a:bodyPr anchor="t">
                      <a:noAutofit/>
                    </a:bodyPr>
                    <a:p>
                      <a:pPr algn="ctr" defTabSz="914400">
                        <a:lnSpc>
                          <a:spcPct val="100000"/>
                        </a:lnSpc>
                        <a:tabLst>
                          <a:tab algn="l" pos="0"/>
                        </a:tabLst>
                      </a:pPr>
                      <a:r>
                        <a:rPr b="1" lang="en-US" sz="1800" spc="-1" strike="noStrike">
                          <a:solidFill>
                            <a:schemeClr val="lt1"/>
                          </a:solidFill>
                          <a:latin typeface="Garamond"/>
                          <a:ea typeface="ＭＳ Ｐゴシック"/>
                        </a:rPr>
                        <a:t>(P=0.1)</a:t>
                      </a:r>
                      <a:endParaRPr b="0" lang="en-US" sz="1800" spc="-1" strike="noStrike">
                        <a:solidFill>
                          <a:srgbClr val="ffffff"/>
                        </a:solidFill>
                        <a:latin typeface="Arial"/>
                      </a:endParaRPr>
                    </a:p>
                    <a:p>
                      <a:pPr algn="ctr" defTabSz="914400">
                        <a:lnSpc>
                          <a:spcPct val="100000"/>
                        </a:lnSpc>
                        <a:tabLst>
                          <a:tab algn="l" pos="0"/>
                        </a:tabLst>
                      </a:pPr>
                      <a:r>
                        <a:rPr b="1" lang="en-US" sz="1800" spc="-1" strike="noStrike">
                          <a:solidFill>
                            <a:schemeClr val="lt1"/>
                          </a:solidFill>
                          <a:latin typeface="Garamond"/>
                          <a:ea typeface="ＭＳ Ｐゴシック"/>
                        </a:rPr>
                        <a:t>-150 - 100 = -250</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12240">
                      <a:solidFill>
                        <a:srgbClr val="ffffff"/>
                      </a:solidFill>
                      <a:prstDash val="solid"/>
                    </a:lnB>
                    <a:solidFill>
                      <a:srgbClr val="00c0c0"/>
                    </a:solidFill>
                  </a:tcPr>
                </a:tc>
                <a:tc>
                  <a:txBody>
                    <a:bodyPr anchor="t">
                      <a:noAutofit/>
                    </a:bodyPr>
                    <a:p>
                      <a:pPr algn="ctr" defTabSz="914400">
                        <a:lnSpc>
                          <a:spcPct val="100000"/>
                        </a:lnSpc>
                        <a:tabLst>
                          <a:tab algn="l" pos="0"/>
                        </a:tabLst>
                      </a:pPr>
                      <a:r>
                        <a:rPr b="1" lang="en-US" sz="1800" spc="-1" strike="noStrike">
                          <a:solidFill>
                            <a:schemeClr val="lt1"/>
                          </a:solidFill>
                          <a:latin typeface="Garamond"/>
                          <a:ea typeface="ＭＳ Ｐゴシック"/>
                        </a:rPr>
                        <a:t>(P=0.4)</a:t>
                      </a:r>
                      <a:endParaRPr b="0" lang="en-US" sz="1800" spc="-1" strike="noStrike">
                        <a:solidFill>
                          <a:srgbClr val="ffffff"/>
                        </a:solidFill>
                        <a:latin typeface="Arial"/>
                      </a:endParaRPr>
                    </a:p>
                    <a:p>
                      <a:pPr algn="ctr" defTabSz="914400">
                        <a:lnSpc>
                          <a:spcPct val="100000"/>
                        </a:lnSpc>
                        <a:tabLst>
                          <a:tab algn="l" pos="0"/>
                        </a:tabLst>
                      </a:pPr>
                      <a:r>
                        <a:rPr b="1" lang="en-US" sz="1800" spc="-1" strike="noStrike">
                          <a:solidFill>
                            <a:schemeClr val="lt1"/>
                          </a:solidFill>
                          <a:latin typeface="Garamond"/>
                          <a:ea typeface="ＭＳ Ｐゴシック"/>
                        </a:rPr>
                        <a:t>-150 - 250 = -400</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28080">
                      <a:solidFill>
                        <a:srgbClr val="ffffff"/>
                      </a:solidFill>
                      <a:prstDash val="solid"/>
                    </a:lnT>
                    <a:lnB w="12240">
                      <a:solidFill>
                        <a:srgbClr val="ffffff"/>
                      </a:solidFill>
                      <a:prstDash val="solid"/>
                    </a:lnB>
                    <a:solidFill>
                      <a:srgbClr val="00c0c0"/>
                    </a:solidFill>
                  </a:tcPr>
                </a:tc>
                <a:tc>
                  <a:txBody>
                    <a:bodyPr anchor="ctr">
                      <a:noAutofit/>
                    </a:bodyPr>
                    <a:p>
                      <a:pPr algn="ctr" defTabSz="914400">
                        <a:lnSpc>
                          <a:spcPct val="100000"/>
                        </a:lnSpc>
                        <a:tabLst>
                          <a:tab algn="l" pos="0"/>
                        </a:tabLst>
                      </a:pPr>
                      <a:r>
                        <a:rPr b="1" lang="en-US" sz="1800" spc="-1" strike="noStrike">
                          <a:solidFill>
                            <a:schemeClr val="lt1"/>
                          </a:solidFill>
                          <a:latin typeface="Garamond"/>
                          <a:ea typeface="ＭＳ Ｐゴシック"/>
                        </a:rPr>
                        <a:t>-260</a:t>
                      </a:r>
                      <a:endParaRPr b="0" lang="en-US" sz="1800" spc="-1" strike="noStrike">
                        <a:solidFill>
                          <a:srgbClr val="ffffff"/>
                        </a:solidFill>
                        <a:latin typeface="Arial"/>
                      </a:endParaRPr>
                    </a:p>
                  </a:txBody>
                  <a:tcPr anchor="ctr" marL="91440" marR="91440">
                    <a:lnL w="12240">
                      <a:solidFill>
                        <a:srgbClr val="ffffff"/>
                      </a:solidFill>
                      <a:prstDash val="solid"/>
                    </a:lnL>
                    <a:lnR w="12240">
                      <a:solidFill>
                        <a:srgbClr val="ffffff"/>
                      </a:solidFill>
                      <a:prstDash val="solid"/>
                    </a:lnR>
                    <a:lnT w="28080">
                      <a:solidFill>
                        <a:srgbClr val="ffffff"/>
                      </a:solidFill>
                      <a:prstDash val="solid"/>
                    </a:lnT>
                    <a:lnB w="12240">
                      <a:solidFill>
                        <a:srgbClr val="ffffff"/>
                      </a:solidFill>
                      <a:prstDash val="solid"/>
                    </a:lnB>
                    <a:solidFill>
                      <a:srgbClr val="00c0c0"/>
                    </a:solidFill>
                  </a:tcPr>
                </a:tc>
              </a:tr>
              <a:tr h="370800">
                <a:tc>
                  <a:txBody>
                    <a:bodyPr anchor="t">
                      <a:noAutofit/>
                    </a:bodyPr>
                    <a:p>
                      <a:pPr algn="ctr" defTabSz="914400">
                        <a:lnSpc>
                          <a:spcPct val="100000"/>
                        </a:lnSpc>
                        <a:tabLst>
                          <a:tab algn="l" pos="0"/>
                        </a:tabLst>
                      </a:pPr>
                      <a:r>
                        <a:rPr b="1" lang="en-US" sz="1800" spc="-1" strike="noStrike">
                          <a:solidFill>
                            <a:schemeClr val="lt1"/>
                          </a:solidFill>
                          <a:latin typeface="Garamond"/>
                          <a:ea typeface="ＭＳ Ｐゴシック"/>
                        </a:rPr>
                        <a:t>Skip Tower</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58080"/>
                    </a:solidFill>
                  </a:tcPr>
                </a:tc>
                <a:tc>
                  <a:txBody>
                    <a:bodyPr anchor="t">
                      <a:noAutofit/>
                    </a:bodyPr>
                    <a:p>
                      <a:pPr algn="ctr" defTabSz="914400">
                        <a:lnSpc>
                          <a:spcPct val="100000"/>
                        </a:lnSpc>
                        <a:tabLst>
                          <a:tab algn="l" pos="0"/>
                        </a:tabLst>
                      </a:pPr>
                      <a:r>
                        <a:rPr b="1" lang="en-US" sz="1800" spc="-1" strike="noStrike">
                          <a:solidFill>
                            <a:schemeClr val="lt1"/>
                          </a:solidFill>
                          <a:latin typeface="Garamond"/>
                          <a:ea typeface="ＭＳ Ｐゴシック"/>
                        </a:rPr>
                        <a:t>(P=0.1)</a:t>
                      </a:r>
                      <a:br>
                        <a:rPr sz="1800"/>
                      </a:br>
                      <a:r>
                        <a:rPr b="1" lang="en-US" sz="1800" spc="-1" strike="noStrike">
                          <a:solidFill>
                            <a:schemeClr val="lt1"/>
                          </a:solidFill>
                          <a:latin typeface="Garamond"/>
                          <a:ea typeface="ＭＳ Ｐゴシック"/>
                        </a:rPr>
                        <a:t>0</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58080"/>
                    </a:solidFill>
                  </a:tcPr>
                </a:tc>
                <a:tc>
                  <a:txBody>
                    <a:bodyPr anchor="t">
                      <a:noAutofit/>
                    </a:bodyPr>
                    <a:p>
                      <a:pPr algn="ctr" defTabSz="914400">
                        <a:lnSpc>
                          <a:spcPct val="100000"/>
                        </a:lnSpc>
                        <a:tabLst>
                          <a:tab algn="l" pos="0"/>
                        </a:tabLst>
                      </a:pPr>
                      <a:r>
                        <a:rPr b="1" lang="en-US" sz="1800" spc="-1" strike="noStrike">
                          <a:solidFill>
                            <a:schemeClr val="lt1"/>
                          </a:solidFill>
                          <a:latin typeface="Garamond"/>
                          <a:ea typeface="ＭＳ Ｐゴシック"/>
                        </a:rPr>
                        <a:t>(P=0.5)</a:t>
                      </a:r>
                      <a:br>
                        <a:rPr sz="1800"/>
                      </a:br>
                      <a:r>
                        <a:rPr b="1" lang="en-US" sz="1800" spc="-1" strike="noStrike">
                          <a:solidFill>
                            <a:schemeClr val="lt1"/>
                          </a:solidFill>
                          <a:latin typeface="Garamond"/>
                          <a:ea typeface="ＭＳ Ｐゴシック"/>
                        </a:rPr>
                        <a:t>-250</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58080"/>
                    </a:solidFill>
                  </a:tcPr>
                </a:tc>
                <a:tc>
                  <a:txBody>
                    <a:bodyPr anchor="t">
                      <a:noAutofit/>
                    </a:bodyPr>
                    <a:p>
                      <a:pPr algn="ctr" defTabSz="914400">
                        <a:lnSpc>
                          <a:spcPct val="100000"/>
                        </a:lnSpc>
                        <a:tabLst>
                          <a:tab algn="l" pos="0"/>
                        </a:tabLst>
                      </a:pPr>
                      <a:r>
                        <a:rPr b="1" lang="en-US" sz="1800" spc="-1" strike="noStrike">
                          <a:solidFill>
                            <a:schemeClr val="lt1"/>
                          </a:solidFill>
                          <a:latin typeface="Garamond"/>
                          <a:ea typeface="ＭＳ Ｐゴシック"/>
                        </a:rPr>
                        <a:t>(P=0.4)</a:t>
                      </a:r>
                      <a:br>
                        <a:rPr sz="1800"/>
                      </a:br>
                      <a:r>
                        <a:rPr b="1" lang="en-US" sz="1800" spc="-1" strike="noStrike">
                          <a:solidFill>
                            <a:schemeClr val="lt1"/>
                          </a:solidFill>
                          <a:latin typeface="Garamond"/>
                          <a:ea typeface="ＭＳ Ｐゴシック"/>
                        </a:rPr>
                        <a:t>-500</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58080"/>
                    </a:solidFill>
                  </a:tcPr>
                </a:tc>
                <a:tc>
                  <a:txBody>
                    <a:bodyPr anchor="ctr">
                      <a:noAutofit/>
                    </a:bodyPr>
                    <a:p>
                      <a:pPr algn="ctr" defTabSz="914400">
                        <a:lnSpc>
                          <a:spcPct val="100000"/>
                        </a:lnSpc>
                        <a:tabLst>
                          <a:tab algn="l" pos="0"/>
                        </a:tabLst>
                      </a:pPr>
                      <a:r>
                        <a:rPr b="1" lang="en-US" sz="1800" spc="-1" strike="noStrike">
                          <a:solidFill>
                            <a:schemeClr val="lt1"/>
                          </a:solidFill>
                          <a:latin typeface="Garamond"/>
                          <a:ea typeface="ＭＳ Ｐゴシック"/>
                        </a:rPr>
                        <a:t>-325</a:t>
                      </a:r>
                      <a:endParaRPr b="0" lang="en-US" sz="1800" spc="-1" strike="noStrike">
                        <a:solidFill>
                          <a:srgbClr val="ffffff"/>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58080"/>
                    </a:solidFill>
                  </a:tcPr>
                </a:tc>
              </a:tr>
            </a:tbl>
          </a:graphicData>
        </a:graphic>
      </p:graphicFrame>
      <p:sp>
        <p:nvSpPr>
          <p:cNvPr id="22" name="Rectangle 13"/>
          <p:cNvSpPr/>
          <p:nvPr/>
        </p:nvSpPr>
        <p:spPr>
          <a:xfrm>
            <a:off x="812520" y="1528560"/>
            <a:ext cx="10421280" cy="945360"/>
          </a:xfrm>
          <a:prstGeom prst="rect">
            <a:avLst/>
          </a:prstGeom>
          <a:noFill/>
          <a:ln w="0">
            <a:noFill/>
          </a:ln>
        </p:spPr>
        <p:style>
          <a:lnRef idx="0"/>
          <a:fillRef idx="0"/>
          <a:effectRef idx="0"/>
          <a:fontRef idx="minor"/>
        </p:style>
        <p:txBody>
          <a:bodyPr lIns="45720" rIns="45720" anchor="t">
            <a:normAutofit/>
          </a:bodyPr>
          <a:p>
            <a:pPr lvl="1" defTabSz="914400">
              <a:lnSpc>
                <a:spcPct val="90000"/>
              </a:lnSpc>
              <a:spcBef>
                <a:spcPts val="201"/>
              </a:spcBef>
              <a:spcAft>
                <a:spcPts val="400"/>
              </a:spcAft>
              <a:buClr>
                <a:srgbClr val="ffc000"/>
              </a:buClr>
              <a:buFont typeface="Wingdings" charset="2"/>
              <a:buChar char=""/>
            </a:pPr>
            <a:r>
              <a:rPr b="0" lang="en-US" sz="2200" spc="-1" strike="noStrike">
                <a:solidFill>
                  <a:schemeClr val="lt1"/>
                </a:solidFill>
                <a:latin typeface="Garamond"/>
              </a:rPr>
              <a:t> </a:t>
            </a:r>
            <a:r>
              <a:rPr b="0" lang="en-US" sz="2200" spc="-1" strike="noStrike">
                <a:solidFill>
                  <a:schemeClr val="lt1"/>
                </a:solidFill>
                <a:latin typeface="Garamond"/>
              </a:rPr>
              <a:t>Our opponent may change course depending on our actions. </a:t>
            </a:r>
            <a:endParaRPr b="0" lang="en-US" sz="2200" spc="-1" strike="noStrike">
              <a:solidFill>
                <a:srgbClr val="ffffff"/>
              </a:solidFill>
              <a:latin typeface="Arial"/>
            </a:endParaRPr>
          </a:p>
          <a:p>
            <a:pPr lvl="1" defTabSz="914400">
              <a:lnSpc>
                <a:spcPct val="90000"/>
              </a:lnSpc>
              <a:spcBef>
                <a:spcPts val="201"/>
              </a:spcBef>
              <a:spcAft>
                <a:spcPts val="400"/>
              </a:spcAft>
              <a:buClr>
                <a:srgbClr val="ffc000"/>
              </a:buClr>
              <a:buFont typeface="Wingdings" charset="2"/>
              <a:buChar char=""/>
            </a:pPr>
            <a:r>
              <a:rPr b="0" lang="en-US" sz="2200" spc="-1" strike="noStrike">
                <a:solidFill>
                  <a:schemeClr val="lt1"/>
                </a:solidFill>
                <a:latin typeface="Garamond"/>
              </a:rPr>
              <a:t>These probability adjustments must be factored into our utility calculation.</a:t>
            </a:r>
            <a:endParaRPr b="0" lang="en-US" sz="2200" spc="-1" strike="noStrike">
              <a:solidFill>
                <a:srgbClr val="ffffff"/>
              </a:solidFill>
              <a:latin typeface="Arial"/>
            </a:endParaRPr>
          </a:p>
          <a:p>
            <a:pPr defTabSz="914400">
              <a:lnSpc>
                <a:spcPct val="90000"/>
              </a:lnSpc>
              <a:spcBef>
                <a:spcPts val="201"/>
              </a:spcBef>
              <a:spcAft>
                <a:spcPts val="400"/>
              </a:spcAft>
              <a:tabLst>
                <a:tab algn="l" pos="0"/>
              </a:tabLst>
            </a:pPr>
            <a:endParaRPr b="0" lang="en-US" sz="24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22" dur="indefinite" restart="never" nodeType="tmRoot">
          <p:childTnLst>
            <p:seq>
              <p:cTn id="23" dur="indefinite" nodeType="mainSeq">
                <p:childTnLst>
                  <p:par>
                    <p:cTn id="24" nodeType="clickEffect" fill="hold">
                      <p:stCondLst>
                        <p:cond delay="indefinite"/>
                      </p:stCondLst>
                      <p:childTnLst>
                        <p:par>
                          <p:cTn id="25" nodeType="withEffect" fill="hold">
                            <p:stCondLst>
                              <p:cond delay="0"/>
                            </p:stCondLst>
                            <p:childTnLst>
                              <p:par>
                                <p:cTn id="26" nodeType="clickEffect" fill="hold" presetClass="entr" presetID="9">
                                  <p:stCondLst>
                                    <p:cond delay="0"/>
                                  </p:stCondLst>
                                  <p:childTnLst>
                                    <p:set>
                                      <p:cBhvr>
                                        <p:cTn id="27" dur="1" fill="hold">
                                          <p:stCondLst>
                                            <p:cond delay="0"/>
                                          </p:stCondLst>
                                        </p:cTn>
                                        <p:tgtEl>
                                          <p:spTgt spid="19">
                                            <p:txEl>
                                              <p:pRg st="0" end="0"/>
                                            </p:txEl>
                                          </p:spTgt>
                                        </p:tgtEl>
                                        <p:attrNameLst>
                                          <p:attrName>style.visibility</p:attrName>
                                        </p:attrNameLst>
                                      </p:cBhvr>
                                      <p:to>
                                        <p:strVal val="visible"/>
                                      </p:to>
                                    </p:set>
                                    <p:animEffect filter="dissolve" transition="in">
                                      <p:cBhvr additive="repl">
                                        <p:cTn id="28" dur="500"/>
                                        <p:tgtEl>
                                          <p:spTgt spid="19">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nodeType="clickEffect" fill="hold" presetClass="entr" presetID="10">
                                  <p:stCondLst>
                                    <p:cond delay="0"/>
                                  </p:stCondLst>
                                  <p:childTnLst>
                                    <p:set>
                                      <p:cBhvr>
                                        <p:cTn id="32" dur="1" fill="hold">
                                          <p:stCondLst>
                                            <p:cond delay="0"/>
                                          </p:stCondLst>
                                        </p:cTn>
                                        <p:tgtEl>
                                          <p:spTgt spid="21"/>
                                        </p:tgtEl>
                                        <p:attrNameLst>
                                          <p:attrName>style.visibility</p:attrName>
                                        </p:attrNameLst>
                                      </p:cBhvr>
                                      <p:to>
                                        <p:strVal val="visible"/>
                                      </p:to>
                                    </p:set>
                                    <p:animEffect filter="fade" transition="in">
                                      <p:cBhvr additive="repl">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nodeType="clickEffect" fill="hold" presetClass="entr" presetID="9">
                                  <p:stCondLst>
                                    <p:cond delay="0"/>
                                  </p:stCondLst>
                                  <p:childTnLst>
                                    <p:set>
                                      <p:cBhvr>
                                        <p:cTn id="37" dur="1" fill="hold">
                                          <p:stCondLst>
                                            <p:cond delay="0"/>
                                          </p:stCondLst>
                                        </p:cTn>
                                        <p:tgtEl>
                                          <p:spTgt spid="22">
                                            <p:txEl>
                                              <p:pRg st="0" end="0"/>
                                            </p:txEl>
                                          </p:spTgt>
                                        </p:tgtEl>
                                        <p:attrNameLst>
                                          <p:attrName>style.visibility</p:attrName>
                                        </p:attrNameLst>
                                      </p:cBhvr>
                                      <p:to>
                                        <p:strVal val="visible"/>
                                      </p:to>
                                    </p:set>
                                    <p:animEffect filter="dissolve" transition="in">
                                      <p:cBhvr additive="repl">
                                        <p:cTn id="38" dur="500"/>
                                        <p:tgtEl>
                                          <p:spTgt spid="22">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nodeType="clickEffect" fill="hold" presetClass="entr" presetID="9">
                                  <p:stCondLst>
                                    <p:cond delay="0"/>
                                  </p:stCondLst>
                                  <p:childTnLst>
                                    <p:set>
                                      <p:cBhvr>
                                        <p:cTn id="42" dur="1" fill="hold">
                                          <p:stCondLst>
                                            <p:cond delay="0"/>
                                          </p:stCondLst>
                                        </p:cTn>
                                        <p:tgtEl>
                                          <p:spTgt spid="22">
                                            <p:txEl>
                                              <p:pRg st="1" end="1"/>
                                            </p:txEl>
                                          </p:spTgt>
                                        </p:tgtEl>
                                        <p:attrNameLst>
                                          <p:attrName>style.visibility</p:attrName>
                                        </p:attrNameLst>
                                      </p:cBhvr>
                                      <p:to>
                                        <p:strVal val="visible"/>
                                      </p:to>
                                    </p:set>
                                    <p:animEffect filter="dissolve" transition="in">
                                      <p:cBhvr additive="repl">
                                        <p:cTn id="43" dur="500"/>
                                        <p:tgtEl>
                                          <p:spTgt spid="22">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 name="PlaceHolder 1"/>
          <p:cNvSpPr>
            <a:spLocks noGrp="1"/>
          </p:cNvSpPr>
          <p:nvPr>
            <p:ph type="title"/>
          </p:nvPr>
        </p:nvSpPr>
        <p:spPr>
          <a:xfrm>
            <a:off x="1706400" y="182520"/>
            <a:ext cx="8732520" cy="1142640"/>
          </a:xfrm>
          <a:prstGeom prst="rect">
            <a:avLst/>
          </a:prstGeom>
          <a:noFill/>
          <a:ln w="0">
            <a:noFill/>
          </a:ln>
        </p:spPr>
        <p:txBody>
          <a:bodyPr lIns="91440" rIns="91440" tIns="45720" bIns="0" anchor="ctr">
            <a:noAutofit/>
          </a:bodyPr>
          <a:p>
            <a:pPr indent="0" algn="ctr" defTabSz="914400">
              <a:lnSpc>
                <a:spcPct val="80000"/>
              </a:lnSpc>
              <a:buNone/>
            </a:pPr>
            <a:r>
              <a:rPr b="1" lang="en-US" sz="4800" spc="97" strike="noStrike">
                <a:solidFill>
                  <a:schemeClr val="lt1"/>
                </a:solidFill>
                <a:latin typeface="Garamond"/>
              </a:rPr>
              <a:t>Introducing Random Elements</a:t>
            </a:r>
            <a:endParaRPr b="0" lang="en-US" sz="4800" spc="-1" strike="noStrike">
              <a:solidFill>
                <a:schemeClr val="dk1"/>
              </a:solidFill>
              <a:latin typeface="Arial"/>
            </a:endParaRPr>
          </a:p>
        </p:txBody>
      </p:sp>
      <p:sp>
        <p:nvSpPr>
          <p:cNvPr id="24" name="PlaceHolder 2"/>
          <p:cNvSpPr>
            <a:spLocks noGrp="1"/>
          </p:cNvSpPr>
          <p:nvPr>
            <p:ph/>
          </p:nvPr>
        </p:nvSpPr>
        <p:spPr>
          <a:xfrm>
            <a:off x="1844640" y="1325160"/>
            <a:ext cx="9347040" cy="1081080"/>
          </a:xfrm>
          <a:prstGeom prst="rect">
            <a:avLst/>
          </a:prstGeom>
          <a:noFill/>
          <a:ln w="0">
            <a:noFill/>
          </a:ln>
        </p:spPr>
        <p:txBody>
          <a:bodyPr lIns="45720" rIns="45720" tIns="45720" bIns="45720" anchor="t">
            <a:normAutofit fontScale="97741" lnSpcReduction="20000"/>
          </a:bodyPr>
          <a:p>
            <a:pPr indent="0" algn="just" defTabSz="914400">
              <a:lnSpc>
                <a:spcPct val="90000"/>
              </a:lnSpc>
              <a:spcBef>
                <a:spcPts val="1199"/>
              </a:spcBef>
              <a:spcAft>
                <a:spcPts val="201"/>
              </a:spcAft>
              <a:buNone/>
              <a:tabLst>
                <a:tab algn="l" pos="0"/>
              </a:tabLst>
            </a:pPr>
            <a:r>
              <a:rPr b="0" lang="en-US" sz="2200" spc="-1" strike="noStrike">
                <a:solidFill>
                  <a:srgbClr val="ffffff"/>
                </a:solidFill>
                <a:latin typeface="Arial Regular"/>
              </a:rPr>
              <a:t>If we have multiple courses of action that have been ranked, we can introduce some randomness into our decisions to prevent predictability and to introduce variation into otherwise “rational” decisions.</a:t>
            </a:r>
            <a:endParaRPr b="0" lang="en-US" sz="2200" spc="-1" strike="noStrike">
              <a:solidFill>
                <a:srgbClr val="ffffff"/>
              </a:solidFill>
              <a:latin typeface="Arial Regular"/>
            </a:endParaRPr>
          </a:p>
        </p:txBody>
      </p:sp>
      <p:graphicFrame>
        <p:nvGraphicFramePr>
          <p:cNvPr id="25" name="Table 22"/>
          <p:cNvGraphicFramePr/>
          <p:nvPr/>
        </p:nvGraphicFramePr>
        <p:xfrm>
          <a:off x="2779560" y="4249080"/>
          <a:ext cx="6648120" cy="1854000"/>
        </p:xfrm>
        <a:graphic>
          <a:graphicData uri="http://schemas.openxmlformats.org/drawingml/2006/table">
            <a:tbl>
              <a:tblPr/>
              <a:tblGrid>
                <a:gridCol w="914040"/>
                <a:gridCol w="1301760"/>
                <a:gridCol w="1292760"/>
                <a:gridCol w="1662120"/>
                <a:gridCol w="1477440"/>
              </a:tblGrid>
              <a:tr h="370800">
                <a:tc>
                  <a:txBody>
                    <a:bodyPr anchor="t">
                      <a:noAutofit/>
                    </a:bodyPr>
                    <a:p>
                      <a:pPr algn="ctr" defTabSz="914400">
                        <a:lnSpc>
                          <a:spcPct val="100000"/>
                        </a:lnSpc>
                      </a:pPr>
                      <a:r>
                        <a:rPr b="1" lang="en-US" sz="1600" spc="-1" strike="noStrike">
                          <a:solidFill>
                            <a:schemeClr val="lt1"/>
                          </a:solidFill>
                          <a:latin typeface="Arial"/>
                        </a:rPr>
                        <a:t>Action</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noFill/>
                  </a:tcPr>
                </a:tc>
                <a:tc>
                  <a:txBody>
                    <a:bodyPr anchor="t">
                      <a:noAutofit/>
                    </a:bodyPr>
                    <a:p>
                      <a:pPr algn="ctr" defTabSz="914400">
                        <a:lnSpc>
                          <a:spcPct val="100000"/>
                        </a:lnSpc>
                      </a:pPr>
                      <a:r>
                        <a:rPr b="1" lang="en-US" sz="1600" spc="-1" strike="noStrike">
                          <a:solidFill>
                            <a:schemeClr val="lt1"/>
                          </a:solidFill>
                          <a:latin typeface="Arial"/>
                        </a:rPr>
                        <a:t>Tendency</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noFill/>
                  </a:tcPr>
                </a:tc>
                <a:tc>
                  <a:txBody>
                    <a:bodyPr anchor="t">
                      <a:noAutofit/>
                    </a:bodyPr>
                    <a:p>
                      <a:pPr algn="ctr" defTabSz="914400">
                        <a:lnSpc>
                          <a:spcPct val="100000"/>
                        </a:lnSpc>
                      </a:pPr>
                      <a:r>
                        <a:rPr b="1" lang="en-US" sz="1600" spc="-1" strike="noStrike">
                          <a:solidFill>
                            <a:schemeClr val="lt1"/>
                          </a:solidFill>
                          <a:latin typeface="Arial"/>
                        </a:rPr>
                        <a:t>Prop., All</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noFill/>
                  </a:tcPr>
                </a:tc>
                <a:tc>
                  <a:txBody>
                    <a:bodyPr anchor="t">
                      <a:noAutofit/>
                    </a:bodyPr>
                    <a:p>
                      <a:pPr algn="ctr" defTabSz="914400">
                        <a:lnSpc>
                          <a:spcPct val="100000"/>
                        </a:lnSpc>
                      </a:pPr>
                      <a:r>
                        <a:rPr b="1" lang="en-US" sz="1600" spc="-1" strike="noStrike">
                          <a:solidFill>
                            <a:schemeClr val="lt1"/>
                          </a:solidFill>
                          <a:latin typeface="Arial"/>
                        </a:rPr>
                        <a:t>Prop., Subset</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noFill/>
                  </a:tcPr>
                </a:tc>
                <a:tc>
                  <a:txBody>
                    <a:bodyPr anchor="t">
                      <a:noAutofit/>
                    </a:bodyPr>
                    <a:p>
                      <a:pPr algn="ctr" defTabSz="914400">
                        <a:lnSpc>
                          <a:spcPct val="100000"/>
                        </a:lnSpc>
                      </a:pPr>
                      <a:r>
                        <a:rPr b="1" lang="en-US" sz="1600" spc="-1" strike="noStrike">
                          <a:solidFill>
                            <a:schemeClr val="lt1"/>
                          </a:solidFill>
                          <a:latin typeface="Arial"/>
                        </a:rPr>
                        <a:t>Uni., Subset</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noFill/>
                  </a:tcPr>
                </a:tc>
              </a:tr>
              <a:tr h="370800">
                <a:tc>
                  <a:txBody>
                    <a:bodyPr anchor="t">
                      <a:noAutofit/>
                    </a:bodyPr>
                    <a:p>
                      <a:pPr algn="ctr" defTabSz="914400">
                        <a:lnSpc>
                          <a:spcPct val="100000"/>
                        </a:lnSpc>
                      </a:pPr>
                      <a:r>
                        <a:rPr b="0" lang="en-US" sz="1600" spc="-1" strike="noStrike">
                          <a:solidFill>
                            <a:schemeClr val="lt1"/>
                          </a:solidFill>
                          <a:latin typeface="Arial"/>
                        </a:rPr>
                        <a:t>Attack</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anchor="t">
                      <a:noAutofit/>
                    </a:bodyPr>
                    <a:p>
                      <a:pPr algn="ctr" defTabSz="914400">
                        <a:lnSpc>
                          <a:spcPct val="100000"/>
                        </a:lnSpc>
                      </a:pPr>
                      <a:r>
                        <a:rPr b="0" lang="en-US" sz="1600" spc="-1" strike="noStrike">
                          <a:solidFill>
                            <a:schemeClr val="lt1"/>
                          </a:solidFill>
                          <a:latin typeface="Arial"/>
                        </a:rPr>
                        <a:t>0.6</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anchor="t">
                      <a:noAutofit/>
                    </a:bodyPr>
                    <a:p>
                      <a:pPr algn="ctr" defTabSz="914400">
                        <a:lnSpc>
                          <a:spcPct val="100000"/>
                        </a:lnSpc>
                      </a:pPr>
                      <a:r>
                        <a:rPr b="0" lang="en-US" sz="1600" spc="-1" strike="noStrike">
                          <a:solidFill>
                            <a:schemeClr val="lt1"/>
                          </a:solidFill>
                          <a:latin typeface="Arial"/>
                        </a:rPr>
                        <a:t>30%</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anchor="t">
                      <a:noAutofit/>
                    </a:bodyPr>
                    <a:p>
                      <a:pPr algn="ctr" defTabSz="914400">
                        <a:lnSpc>
                          <a:spcPct val="100000"/>
                        </a:lnSpc>
                      </a:pPr>
                      <a:r>
                        <a:rPr b="0" lang="en-US" sz="1600" spc="-1" strike="noStrike">
                          <a:solidFill>
                            <a:schemeClr val="lt1"/>
                          </a:solidFill>
                          <a:latin typeface="Arial"/>
                        </a:rPr>
                        <a:t>40%</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anchor="t">
                      <a:noAutofit/>
                    </a:bodyPr>
                    <a:p>
                      <a:pPr algn="ctr" defTabSz="914400">
                        <a:lnSpc>
                          <a:spcPct val="100000"/>
                        </a:lnSpc>
                      </a:pPr>
                      <a:r>
                        <a:rPr b="0" lang="en-US" sz="1600" spc="-1" strike="noStrike">
                          <a:solidFill>
                            <a:schemeClr val="lt1"/>
                          </a:solidFill>
                          <a:latin typeface="Arial"/>
                        </a:rPr>
                        <a:t>50%</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370800">
                <a:tc>
                  <a:txBody>
                    <a:bodyPr anchor="t">
                      <a:noAutofit/>
                    </a:bodyPr>
                    <a:p>
                      <a:pPr algn="ctr" defTabSz="914400">
                        <a:lnSpc>
                          <a:spcPct val="100000"/>
                        </a:lnSpc>
                      </a:pPr>
                      <a:r>
                        <a:rPr b="0" lang="en-US" sz="1600" spc="-1" strike="noStrike">
                          <a:solidFill>
                            <a:schemeClr val="lt1"/>
                          </a:solidFill>
                          <a:latin typeface="Arial"/>
                        </a:rPr>
                        <a:t>Defend</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anchor="t">
                      <a:noAutofit/>
                    </a:bodyPr>
                    <a:p>
                      <a:pPr algn="ctr" defTabSz="914400">
                        <a:lnSpc>
                          <a:spcPct val="100000"/>
                        </a:lnSpc>
                      </a:pPr>
                      <a:r>
                        <a:rPr b="0" lang="en-US" sz="1600" spc="-1" strike="noStrike">
                          <a:solidFill>
                            <a:schemeClr val="lt1"/>
                          </a:solidFill>
                          <a:latin typeface="Arial"/>
                        </a:rPr>
                        <a:t>0.9</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anchor="t">
                      <a:noAutofit/>
                    </a:bodyPr>
                    <a:p>
                      <a:pPr algn="ctr" defTabSz="914400">
                        <a:lnSpc>
                          <a:spcPct val="100000"/>
                        </a:lnSpc>
                      </a:pPr>
                      <a:r>
                        <a:rPr b="0" lang="en-US" sz="1600" spc="-1" strike="noStrike">
                          <a:solidFill>
                            <a:schemeClr val="lt1"/>
                          </a:solidFill>
                          <a:latin typeface="Arial"/>
                        </a:rPr>
                        <a:t>45%</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anchor="t">
                      <a:noAutofit/>
                    </a:bodyPr>
                    <a:p>
                      <a:pPr algn="ctr" defTabSz="914400">
                        <a:lnSpc>
                          <a:spcPct val="100000"/>
                        </a:lnSpc>
                      </a:pPr>
                      <a:r>
                        <a:rPr b="0" lang="en-US" sz="1600" spc="-1" strike="noStrike">
                          <a:solidFill>
                            <a:schemeClr val="lt1"/>
                          </a:solidFill>
                          <a:latin typeface="Arial"/>
                        </a:rPr>
                        <a:t>60%</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anchor="t">
                      <a:noAutofit/>
                    </a:bodyPr>
                    <a:p>
                      <a:pPr algn="ctr" defTabSz="914400">
                        <a:lnSpc>
                          <a:spcPct val="100000"/>
                        </a:lnSpc>
                      </a:pPr>
                      <a:r>
                        <a:rPr b="0" lang="en-US" sz="1600" spc="-1" strike="noStrike">
                          <a:solidFill>
                            <a:schemeClr val="lt1"/>
                          </a:solidFill>
                          <a:latin typeface="Arial"/>
                        </a:rPr>
                        <a:t>50%</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370800">
                <a:tc>
                  <a:txBody>
                    <a:bodyPr anchor="t">
                      <a:noAutofit/>
                    </a:bodyPr>
                    <a:p>
                      <a:pPr algn="ctr" defTabSz="914400">
                        <a:lnSpc>
                          <a:spcPct val="100000"/>
                        </a:lnSpc>
                      </a:pPr>
                      <a:r>
                        <a:rPr b="0" lang="en-US" sz="1600" spc="-1" strike="noStrike">
                          <a:solidFill>
                            <a:schemeClr val="lt1"/>
                          </a:solidFill>
                          <a:latin typeface="Arial"/>
                        </a:rPr>
                        <a:t>Run</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anchor="t">
                      <a:noAutofit/>
                    </a:bodyPr>
                    <a:p>
                      <a:pPr algn="ctr" defTabSz="914400">
                        <a:lnSpc>
                          <a:spcPct val="100000"/>
                        </a:lnSpc>
                      </a:pPr>
                      <a:r>
                        <a:rPr b="0" lang="en-US" sz="1600" spc="-1" strike="noStrike">
                          <a:solidFill>
                            <a:schemeClr val="lt1"/>
                          </a:solidFill>
                          <a:latin typeface="Arial"/>
                        </a:rPr>
                        <a:t>0.3</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anchor="t">
                      <a:noAutofit/>
                    </a:bodyPr>
                    <a:p>
                      <a:pPr algn="ctr" defTabSz="914400">
                        <a:lnSpc>
                          <a:spcPct val="100000"/>
                        </a:lnSpc>
                      </a:pPr>
                      <a:r>
                        <a:rPr b="0" lang="en-US" sz="1600" spc="-1" strike="noStrike">
                          <a:solidFill>
                            <a:schemeClr val="lt1"/>
                          </a:solidFill>
                          <a:latin typeface="Arial"/>
                        </a:rPr>
                        <a:t>15%</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anchor="t">
                      <a:noAutofit/>
                    </a:bodyPr>
                    <a:p>
                      <a:pPr algn="ctr" defTabSz="914400">
                        <a:lnSpc>
                          <a:spcPct val="100000"/>
                        </a:lnSpc>
                      </a:pPr>
                      <a:r>
                        <a:rPr b="0" lang="en-US" sz="1600" spc="-1" strike="noStrike">
                          <a:solidFill>
                            <a:schemeClr val="lt1"/>
                          </a:solidFill>
                          <a:latin typeface="Arial"/>
                        </a:rPr>
                        <a:t>--</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anchor="t">
                      <a:noAutofit/>
                    </a:bodyPr>
                    <a:p>
                      <a:pPr algn="ctr" defTabSz="914400">
                        <a:lnSpc>
                          <a:spcPct val="100000"/>
                        </a:lnSpc>
                      </a:pPr>
                      <a:r>
                        <a:rPr b="0" lang="en-US" sz="1600" spc="-1" strike="noStrike">
                          <a:solidFill>
                            <a:schemeClr val="lt1"/>
                          </a:solidFill>
                          <a:latin typeface="Arial"/>
                        </a:rPr>
                        <a:t>--</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370800">
                <a:tc>
                  <a:txBody>
                    <a:bodyPr anchor="t">
                      <a:noAutofit/>
                    </a:bodyPr>
                    <a:p>
                      <a:pPr algn="ctr" defTabSz="914400">
                        <a:lnSpc>
                          <a:spcPct val="100000"/>
                        </a:lnSpc>
                      </a:pPr>
                      <a:r>
                        <a:rPr b="0" lang="en-US" sz="1600" spc="-1" strike="noStrike">
                          <a:solidFill>
                            <a:schemeClr val="lt1"/>
                          </a:solidFill>
                          <a:latin typeface="Arial"/>
                        </a:rPr>
                        <a:t>Hide</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anchor="t">
                      <a:noAutofit/>
                    </a:bodyPr>
                    <a:p>
                      <a:pPr algn="ctr" defTabSz="914400">
                        <a:lnSpc>
                          <a:spcPct val="100000"/>
                        </a:lnSpc>
                      </a:pPr>
                      <a:r>
                        <a:rPr b="0" lang="en-US" sz="1600" spc="-1" strike="noStrike">
                          <a:solidFill>
                            <a:schemeClr val="lt1"/>
                          </a:solidFill>
                          <a:latin typeface="Arial"/>
                        </a:rPr>
                        <a:t>0.2</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anchor="t">
                      <a:noAutofit/>
                    </a:bodyPr>
                    <a:p>
                      <a:pPr algn="ctr" defTabSz="914400">
                        <a:lnSpc>
                          <a:spcPct val="100000"/>
                        </a:lnSpc>
                      </a:pPr>
                      <a:r>
                        <a:rPr b="0" lang="en-US" sz="1600" spc="-1" strike="noStrike">
                          <a:solidFill>
                            <a:schemeClr val="lt1"/>
                          </a:solidFill>
                          <a:latin typeface="Arial"/>
                        </a:rPr>
                        <a:t>10%</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anchor="t">
                      <a:noAutofit/>
                    </a:bodyPr>
                    <a:p>
                      <a:pPr algn="ctr" defTabSz="914400">
                        <a:lnSpc>
                          <a:spcPct val="100000"/>
                        </a:lnSpc>
                      </a:pPr>
                      <a:r>
                        <a:rPr b="0" lang="en-US" sz="1600" spc="-1" strike="noStrike">
                          <a:solidFill>
                            <a:schemeClr val="lt1"/>
                          </a:solidFill>
                          <a:latin typeface="Arial"/>
                        </a:rPr>
                        <a:t>--</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anchor="t">
                      <a:noAutofit/>
                    </a:bodyPr>
                    <a:p>
                      <a:pPr algn="ctr" defTabSz="914400">
                        <a:lnSpc>
                          <a:spcPct val="100000"/>
                        </a:lnSpc>
                      </a:pPr>
                      <a:r>
                        <a:rPr b="0" lang="en-US" sz="1600" spc="-1" strike="noStrike">
                          <a:solidFill>
                            <a:schemeClr val="lt1"/>
                          </a:solidFill>
                          <a:latin typeface="Arial"/>
                        </a:rPr>
                        <a:t>--</a:t>
                      </a:r>
                      <a:endParaRPr b="0" lang="en-US" sz="16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bl>
          </a:graphicData>
        </a:graphic>
      </p:graphicFrame>
      <p:sp>
        <p:nvSpPr>
          <p:cNvPr id="26" name="Rectangle 13"/>
          <p:cNvSpPr/>
          <p:nvPr/>
        </p:nvSpPr>
        <p:spPr>
          <a:xfrm>
            <a:off x="4354560" y="2485080"/>
            <a:ext cx="4456080" cy="1639800"/>
          </a:xfrm>
          <a:prstGeom prst="rect">
            <a:avLst/>
          </a:prstGeom>
          <a:noFill/>
          <a:ln w="0">
            <a:noFill/>
          </a:ln>
        </p:spPr>
        <p:style>
          <a:lnRef idx="0"/>
          <a:fillRef idx="0"/>
          <a:effectRef idx="0"/>
          <a:fontRef idx="minor"/>
        </p:style>
        <p:txBody>
          <a:bodyPr lIns="45720" rIns="45720" anchor="t">
            <a:normAutofit/>
          </a:bodyPr>
          <a:p>
            <a:pPr defTabSz="914400">
              <a:lnSpc>
                <a:spcPct val="90000"/>
              </a:lnSpc>
              <a:spcBef>
                <a:spcPts val="201"/>
              </a:spcBef>
              <a:spcAft>
                <a:spcPts val="400"/>
              </a:spcAft>
              <a:tabLst>
                <a:tab algn="l" pos="0"/>
              </a:tabLst>
            </a:pPr>
            <a:r>
              <a:rPr b="0" lang="en-US" sz="2000" spc="-1" strike="noStrike" u="sng">
                <a:solidFill>
                  <a:schemeClr val="lt1"/>
                </a:solidFill>
                <a:uFillTx/>
                <a:latin typeface="Garamond"/>
              </a:rPr>
              <a:t>Random decisions can be…</a:t>
            </a:r>
            <a:endParaRPr b="0" lang="en-US" sz="2000" spc="-1" strike="noStrike">
              <a:solidFill>
                <a:srgbClr val="ffffff"/>
              </a:solidFill>
              <a:latin typeface="Arial"/>
            </a:endParaRPr>
          </a:p>
          <a:p>
            <a:pPr lvl="1" defTabSz="914400">
              <a:lnSpc>
                <a:spcPct val="90000"/>
              </a:lnSpc>
              <a:spcBef>
                <a:spcPts val="201"/>
              </a:spcBef>
              <a:spcAft>
                <a:spcPts val="400"/>
              </a:spcAft>
              <a:buClr>
                <a:srgbClr val="ffc000"/>
              </a:buClr>
              <a:buFont typeface="Wingdings" charset="2"/>
              <a:buChar char=""/>
              <a:tabLst>
                <a:tab algn="l" pos="0"/>
              </a:tabLst>
            </a:pPr>
            <a:r>
              <a:rPr b="0" lang="en-US" sz="2000" spc="-1" strike="noStrike">
                <a:solidFill>
                  <a:schemeClr val="lt1"/>
                </a:solidFill>
                <a:latin typeface="Garamond"/>
              </a:rPr>
              <a:t> </a:t>
            </a:r>
            <a:r>
              <a:rPr b="0" lang="en-US" sz="2000" spc="-1" strike="noStrike">
                <a:solidFill>
                  <a:schemeClr val="lt1"/>
                </a:solidFill>
                <a:latin typeface="Garamond"/>
              </a:rPr>
              <a:t>Proportional, from entire set</a:t>
            </a:r>
            <a:endParaRPr b="0" lang="en-US" sz="2000" spc="-1" strike="noStrike">
              <a:solidFill>
                <a:srgbClr val="ffffff"/>
              </a:solidFill>
              <a:latin typeface="Arial"/>
            </a:endParaRPr>
          </a:p>
          <a:p>
            <a:pPr lvl="1" defTabSz="914400">
              <a:lnSpc>
                <a:spcPct val="90000"/>
              </a:lnSpc>
              <a:spcBef>
                <a:spcPts val="201"/>
              </a:spcBef>
              <a:spcAft>
                <a:spcPts val="400"/>
              </a:spcAft>
              <a:buClr>
                <a:srgbClr val="ffc000"/>
              </a:buClr>
              <a:buFont typeface="Wingdings" charset="2"/>
              <a:buChar char=""/>
              <a:tabLst>
                <a:tab algn="l" pos="0"/>
              </a:tabLst>
            </a:pPr>
            <a:r>
              <a:rPr b="0" lang="en-US" sz="2000" spc="-1" strike="noStrike">
                <a:solidFill>
                  <a:schemeClr val="lt1"/>
                </a:solidFill>
                <a:latin typeface="Garamond"/>
              </a:rPr>
              <a:t> </a:t>
            </a:r>
            <a:r>
              <a:rPr b="0" lang="en-US" sz="2000" spc="-1" strike="noStrike">
                <a:solidFill>
                  <a:schemeClr val="lt1"/>
                </a:solidFill>
                <a:latin typeface="Garamond"/>
              </a:rPr>
              <a:t>Proportional. from subset</a:t>
            </a:r>
            <a:endParaRPr b="0" lang="en-US" sz="2000" spc="-1" strike="noStrike">
              <a:solidFill>
                <a:srgbClr val="ffffff"/>
              </a:solidFill>
              <a:latin typeface="Arial"/>
            </a:endParaRPr>
          </a:p>
          <a:p>
            <a:pPr lvl="1" defTabSz="914400">
              <a:lnSpc>
                <a:spcPct val="90000"/>
              </a:lnSpc>
              <a:spcBef>
                <a:spcPts val="201"/>
              </a:spcBef>
              <a:spcAft>
                <a:spcPts val="400"/>
              </a:spcAft>
              <a:buClr>
                <a:srgbClr val="ffc000"/>
              </a:buClr>
              <a:buFont typeface="Wingdings" charset="2"/>
              <a:buChar char=""/>
              <a:tabLst>
                <a:tab algn="l" pos="0"/>
              </a:tabLst>
            </a:pPr>
            <a:r>
              <a:rPr b="0" lang="en-US" sz="2000" spc="-1" strike="noStrike">
                <a:solidFill>
                  <a:schemeClr val="lt1"/>
                </a:solidFill>
                <a:latin typeface="Garamond"/>
              </a:rPr>
              <a:t> </a:t>
            </a:r>
            <a:r>
              <a:rPr b="0" lang="en-US" sz="2000" spc="-1" strike="noStrike">
                <a:solidFill>
                  <a:schemeClr val="lt1"/>
                </a:solidFill>
                <a:latin typeface="Garamond"/>
              </a:rPr>
              <a:t>Uniform, from subset</a:t>
            </a:r>
            <a:endParaRPr b="0" lang="en-US" sz="20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44" dur="indefinite" restart="never" nodeType="tmRoot">
          <p:childTnLst>
            <p:seq>
              <p:cTn id="45" dur="indefinite" nodeType="mainSeq">
                <p:childTnLst>
                  <p:par>
                    <p:cTn id="46" nodeType="clickEffect" fill="hold">
                      <p:stCondLst>
                        <p:cond delay="indefinite"/>
                      </p:stCondLst>
                      <p:childTnLst>
                        <p:par>
                          <p:cTn id="47" nodeType="withEffect" fill="hold">
                            <p:stCondLst>
                              <p:cond delay="0"/>
                            </p:stCondLst>
                            <p:childTnLst>
                              <p:par>
                                <p:cTn id="48" nodeType="clickEffect" fill="hold" presetClass="entr" presetID="9">
                                  <p:stCondLst>
                                    <p:cond delay="0"/>
                                  </p:stCondLst>
                                  <p:childTnLst>
                                    <p:set>
                                      <p:cBhvr>
                                        <p:cTn id="49" dur="1" fill="hold">
                                          <p:stCondLst>
                                            <p:cond delay="0"/>
                                          </p:stCondLst>
                                        </p:cTn>
                                        <p:tgtEl>
                                          <p:spTgt spid="24">
                                            <p:txEl>
                                              <p:pRg st="0" end="0"/>
                                            </p:txEl>
                                          </p:spTgt>
                                        </p:tgtEl>
                                        <p:attrNameLst>
                                          <p:attrName>style.visibility</p:attrName>
                                        </p:attrNameLst>
                                      </p:cBhvr>
                                      <p:to>
                                        <p:strVal val="visible"/>
                                      </p:to>
                                    </p:set>
                                    <p:animEffect filter="dissolve" transition="in">
                                      <p:cBhvr additive="repl">
                                        <p:cTn id="50" dur="500"/>
                                        <p:tgtEl>
                                          <p:spTgt spid="24">
                                            <p:txEl>
                                              <p:pRg st="0" end="0"/>
                                            </p:txEl>
                                          </p:spTgt>
                                        </p:tgtEl>
                                      </p:cBhvr>
                                    </p:animEffect>
                                  </p:childTnLst>
                                </p:cTn>
                              </p:par>
                            </p:childTnLst>
                          </p:cTn>
                        </p:par>
                      </p:childTnLst>
                    </p:cTn>
                  </p:par>
                  <p:par>
                    <p:cTn id="51" fill="hold">
                      <p:stCondLst>
                        <p:cond delay="indefinite"/>
                      </p:stCondLst>
                      <p:childTnLst>
                        <p:par>
                          <p:cTn id="52" fill="hold">
                            <p:stCondLst>
                              <p:cond delay="0"/>
                            </p:stCondLst>
                            <p:childTnLst>
                              <p:par>
                                <p:cTn id="53" nodeType="clickEffect" fill="hold" presetClass="entr" presetID="9">
                                  <p:stCondLst>
                                    <p:cond delay="0"/>
                                  </p:stCondLst>
                                  <p:childTnLst>
                                    <p:set>
                                      <p:cBhvr>
                                        <p:cTn id="54" dur="1" fill="hold">
                                          <p:stCondLst>
                                            <p:cond delay="0"/>
                                          </p:stCondLst>
                                        </p:cTn>
                                        <p:tgtEl>
                                          <p:spTgt spid="26">
                                            <p:txEl>
                                              <p:pRg st="0" end="0"/>
                                            </p:txEl>
                                          </p:spTgt>
                                        </p:tgtEl>
                                        <p:attrNameLst>
                                          <p:attrName>style.visibility</p:attrName>
                                        </p:attrNameLst>
                                      </p:cBhvr>
                                      <p:to>
                                        <p:strVal val="visible"/>
                                      </p:to>
                                    </p:set>
                                    <p:animEffect filter="dissolve" transition="in">
                                      <p:cBhvr additive="repl">
                                        <p:cTn id="55" dur="500"/>
                                        <p:tgtEl>
                                          <p:spTgt spid="26">
                                            <p:txEl>
                                              <p:pRg st="0" end="0"/>
                                            </p:txEl>
                                          </p:spTgt>
                                        </p:tgtEl>
                                      </p:cBhvr>
                                    </p:animEffect>
                                  </p:childTnLst>
                                </p:cTn>
                              </p:par>
                            </p:childTnLst>
                          </p:cTn>
                        </p:par>
                      </p:childTnLst>
                    </p:cTn>
                  </p:par>
                  <p:par>
                    <p:cTn id="56" fill="hold">
                      <p:stCondLst>
                        <p:cond delay="indefinite"/>
                      </p:stCondLst>
                      <p:childTnLst>
                        <p:par>
                          <p:cTn id="57" fill="hold">
                            <p:stCondLst>
                              <p:cond delay="0"/>
                            </p:stCondLst>
                            <p:childTnLst>
                              <p:par>
                                <p:cTn id="58" nodeType="clickEffect" fill="hold" presetClass="entr" presetID="9">
                                  <p:stCondLst>
                                    <p:cond delay="0"/>
                                  </p:stCondLst>
                                  <p:childTnLst>
                                    <p:set>
                                      <p:cBhvr>
                                        <p:cTn id="59" dur="1" fill="hold">
                                          <p:stCondLst>
                                            <p:cond delay="0"/>
                                          </p:stCondLst>
                                        </p:cTn>
                                        <p:tgtEl>
                                          <p:spTgt spid="26">
                                            <p:txEl>
                                              <p:pRg st="1" end="1"/>
                                            </p:txEl>
                                          </p:spTgt>
                                        </p:tgtEl>
                                        <p:attrNameLst>
                                          <p:attrName>style.visibility</p:attrName>
                                        </p:attrNameLst>
                                      </p:cBhvr>
                                      <p:to>
                                        <p:strVal val="visible"/>
                                      </p:to>
                                    </p:set>
                                    <p:animEffect filter="dissolve" transition="in">
                                      <p:cBhvr additive="repl">
                                        <p:cTn id="60" dur="500"/>
                                        <p:tgtEl>
                                          <p:spTgt spid="26">
                                            <p:txEl>
                                              <p:pRg st="1" end="1"/>
                                            </p:txEl>
                                          </p:spTgt>
                                        </p:tgtEl>
                                      </p:cBhvr>
                                    </p:animEffect>
                                  </p:childTnLst>
                                </p:cTn>
                              </p:par>
                            </p:childTnLst>
                          </p:cTn>
                        </p:par>
                      </p:childTnLst>
                    </p:cTn>
                  </p:par>
                  <p:par>
                    <p:cTn id="61" fill="hold">
                      <p:stCondLst>
                        <p:cond delay="indefinite"/>
                      </p:stCondLst>
                      <p:childTnLst>
                        <p:par>
                          <p:cTn id="62" fill="hold">
                            <p:stCondLst>
                              <p:cond delay="0"/>
                            </p:stCondLst>
                            <p:childTnLst>
                              <p:par>
                                <p:cTn id="63" nodeType="clickEffect" fill="hold" presetClass="entr" presetID="9">
                                  <p:stCondLst>
                                    <p:cond delay="0"/>
                                  </p:stCondLst>
                                  <p:childTnLst>
                                    <p:set>
                                      <p:cBhvr>
                                        <p:cTn id="64" dur="1" fill="hold">
                                          <p:stCondLst>
                                            <p:cond delay="0"/>
                                          </p:stCondLst>
                                        </p:cTn>
                                        <p:tgtEl>
                                          <p:spTgt spid="26">
                                            <p:txEl>
                                              <p:pRg st="2" end="2"/>
                                            </p:txEl>
                                          </p:spTgt>
                                        </p:tgtEl>
                                        <p:attrNameLst>
                                          <p:attrName>style.visibility</p:attrName>
                                        </p:attrNameLst>
                                      </p:cBhvr>
                                      <p:to>
                                        <p:strVal val="visible"/>
                                      </p:to>
                                    </p:set>
                                    <p:animEffect filter="dissolve" transition="in">
                                      <p:cBhvr additive="repl">
                                        <p:cTn id="65" dur="500"/>
                                        <p:tgtEl>
                                          <p:spTgt spid="26">
                                            <p:txEl>
                                              <p:pRg st="2" end="2"/>
                                            </p:txEl>
                                          </p:spTgt>
                                        </p:tgtEl>
                                      </p:cBhvr>
                                    </p:animEffect>
                                  </p:childTnLst>
                                </p:cTn>
                              </p:par>
                            </p:childTnLst>
                          </p:cTn>
                        </p:par>
                      </p:childTnLst>
                    </p:cTn>
                  </p:par>
                  <p:par>
                    <p:cTn id="66" fill="hold">
                      <p:stCondLst>
                        <p:cond delay="indefinite"/>
                      </p:stCondLst>
                      <p:childTnLst>
                        <p:par>
                          <p:cTn id="67" fill="hold">
                            <p:stCondLst>
                              <p:cond delay="0"/>
                            </p:stCondLst>
                            <p:childTnLst>
                              <p:par>
                                <p:cTn id="68" nodeType="clickEffect" fill="hold" presetClass="entr" presetID="9">
                                  <p:stCondLst>
                                    <p:cond delay="0"/>
                                  </p:stCondLst>
                                  <p:childTnLst>
                                    <p:set>
                                      <p:cBhvr>
                                        <p:cTn id="69" dur="1" fill="hold">
                                          <p:stCondLst>
                                            <p:cond delay="0"/>
                                          </p:stCondLst>
                                        </p:cTn>
                                        <p:tgtEl>
                                          <p:spTgt spid="26">
                                            <p:txEl>
                                              <p:pRg st="3" end="3"/>
                                            </p:txEl>
                                          </p:spTgt>
                                        </p:tgtEl>
                                        <p:attrNameLst>
                                          <p:attrName>style.visibility</p:attrName>
                                        </p:attrNameLst>
                                      </p:cBhvr>
                                      <p:to>
                                        <p:strVal val="visible"/>
                                      </p:to>
                                    </p:set>
                                    <p:animEffect filter="dissolve" transition="in">
                                      <p:cBhvr additive="repl">
                                        <p:cTn id="70" dur="500"/>
                                        <p:tgtEl>
                                          <p:spTgt spid="26">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 name="PlaceHolder 1"/>
          <p:cNvSpPr>
            <a:spLocks noGrp="1"/>
          </p:cNvSpPr>
          <p:nvPr>
            <p:ph type="title"/>
          </p:nvPr>
        </p:nvSpPr>
        <p:spPr>
          <a:xfrm>
            <a:off x="1981080" y="182520"/>
            <a:ext cx="8229240" cy="1142640"/>
          </a:xfrm>
          <a:prstGeom prst="rect">
            <a:avLst/>
          </a:prstGeom>
          <a:noFill/>
          <a:ln w="0">
            <a:noFill/>
          </a:ln>
        </p:spPr>
        <p:txBody>
          <a:bodyPr lIns="91440" rIns="91440" tIns="45720" bIns="0" anchor="ctr">
            <a:noAutofit/>
          </a:bodyPr>
          <a:p>
            <a:pPr indent="0" algn="ctr" defTabSz="914400">
              <a:lnSpc>
                <a:spcPct val="80000"/>
              </a:lnSpc>
              <a:buNone/>
            </a:pPr>
            <a:r>
              <a:rPr b="1" lang="en-US" sz="4800" spc="97" strike="noStrike">
                <a:solidFill>
                  <a:schemeClr val="lt1"/>
                </a:solidFill>
                <a:latin typeface="Garamond"/>
              </a:rPr>
              <a:t>Probability Distribution</a:t>
            </a:r>
            <a:endParaRPr b="0" lang="en-US" sz="4800" spc="-1" strike="noStrike">
              <a:solidFill>
                <a:schemeClr val="dk1"/>
              </a:solidFill>
              <a:latin typeface="Arial"/>
            </a:endParaRPr>
          </a:p>
        </p:txBody>
      </p:sp>
      <p:sp>
        <p:nvSpPr>
          <p:cNvPr id="28" name="PlaceHolder 2"/>
          <p:cNvSpPr>
            <a:spLocks noGrp="1"/>
          </p:cNvSpPr>
          <p:nvPr>
            <p:ph/>
          </p:nvPr>
        </p:nvSpPr>
        <p:spPr>
          <a:xfrm>
            <a:off x="854280" y="1399680"/>
            <a:ext cx="10589760" cy="4887720"/>
          </a:xfrm>
          <a:prstGeom prst="rect">
            <a:avLst/>
          </a:prstGeom>
          <a:noFill/>
          <a:ln w="0">
            <a:noFill/>
          </a:ln>
        </p:spPr>
        <p:txBody>
          <a:bodyPr lIns="45720" rIns="45720" tIns="45720" bIns="45720" anchor="t">
            <a:normAutofit fontScale="93195"/>
          </a:bodyPr>
          <a:p>
            <a:pPr indent="0" algn="just" defTabSz="914400">
              <a:lnSpc>
                <a:spcPct val="90000"/>
              </a:lnSpc>
              <a:spcBef>
                <a:spcPts val="1199"/>
              </a:spcBef>
              <a:spcAft>
                <a:spcPts val="201"/>
              </a:spcAft>
              <a:buNone/>
              <a:tabLst>
                <a:tab algn="l" pos="0"/>
              </a:tabLst>
            </a:pPr>
            <a:r>
              <a:rPr b="0" lang="en-US" sz="2800" spc="-1" strike="noStrike">
                <a:solidFill>
                  <a:srgbClr val="ffffff"/>
                </a:solidFill>
                <a:latin typeface="Arial Regular"/>
              </a:rPr>
              <a:t>If we don’t have a data set we want to model patterns observed in nature, we can use a </a:t>
            </a:r>
            <a:r>
              <a:rPr b="1" i="1" lang="en-US" sz="2800" spc="-1" strike="noStrike">
                <a:solidFill>
                  <a:srgbClr val="00ff00"/>
                </a:solidFill>
                <a:latin typeface="Arial Regular"/>
              </a:rPr>
              <a:t>probability distribution</a:t>
            </a:r>
            <a:r>
              <a:rPr b="0" lang="en-US" sz="2800" spc="-1" strike="noStrike">
                <a:solidFill>
                  <a:srgbClr val="ffffff"/>
                </a:solidFill>
                <a:latin typeface="Arial Regular"/>
              </a:rPr>
              <a:t> function.</a:t>
            </a:r>
            <a:endParaRPr b="0" lang="en-US" sz="2800" spc="-1" strike="noStrike">
              <a:solidFill>
                <a:srgbClr val="ffffff"/>
              </a:solidFill>
              <a:latin typeface="Arial Regular"/>
            </a:endParaRPr>
          </a:p>
          <a:p>
            <a:pPr marL="91440" indent="-91440" defTabSz="914400">
              <a:lnSpc>
                <a:spcPct val="90000"/>
              </a:lnSpc>
              <a:spcBef>
                <a:spcPts val="1199"/>
              </a:spcBef>
              <a:spcAft>
                <a:spcPts val="201"/>
              </a:spcAft>
              <a:buNone/>
              <a:tabLst>
                <a:tab algn="l" pos="0"/>
              </a:tabLst>
            </a:pPr>
            <a:endParaRPr b="0" lang="en-US" sz="2800" spc="-1" strike="noStrike">
              <a:solidFill>
                <a:srgbClr val="ffffff"/>
              </a:solidFill>
              <a:latin typeface="Arial Regular"/>
            </a:endParaRPr>
          </a:p>
          <a:p>
            <a:pPr marL="91440" indent="-91440" defTabSz="914400">
              <a:lnSpc>
                <a:spcPct val="90000"/>
              </a:lnSpc>
              <a:spcBef>
                <a:spcPts val="1199"/>
              </a:spcBef>
              <a:spcAft>
                <a:spcPts val="201"/>
              </a:spcAft>
              <a:buNone/>
              <a:tabLst>
                <a:tab algn="l" pos="0"/>
              </a:tabLst>
            </a:pPr>
            <a:r>
              <a:rPr b="0" lang="en-US" sz="2800" spc="-1" strike="noStrike" u="sng">
                <a:solidFill>
                  <a:srgbClr val="ffffff"/>
                </a:solidFill>
                <a:uFillTx/>
                <a:latin typeface="Arial Regular"/>
              </a:rPr>
              <a:t>Probability Distribution Functions…</a:t>
            </a:r>
            <a:endParaRPr b="0" lang="en-US" sz="2800" spc="-1" strike="noStrike">
              <a:solidFill>
                <a:srgbClr val="ffffff"/>
              </a:solidFill>
              <a:latin typeface="Arial Regular"/>
            </a:endParaRPr>
          </a:p>
          <a:p>
            <a:pPr marL="91440" indent="-91440" defTabSz="914400">
              <a:lnSpc>
                <a:spcPct val="90000"/>
              </a:lnSpc>
              <a:spcBef>
                <a:spcPts val="1199"/>
              </a:spcBef>
              <a:spcAft>
                <a:spcPts val="201"/>
              </a:spcAft>
              <a:buClr>
                <a:srgbClr val="ffffff"/>
              </a:buClr>
              <a:buFont typeface="Tw Cen MT"/>
              <a:buChar char=" "/>
              <a:tabLst>
                <a:tab algn="l" pos="0"/>
              </a:tabLst>
            </a:pPr>
            <a:r>
              <a:rPr b="0" lang="en-US" sz="2800" spc="-1" strike="noStrike">
                <a:solidFill>
                  <a:srgbClr val="ffffff"/>
                </a:solidFill>
                <a:latin typeface="Arial Regular"/>
              </a:rPr>
              <a:t>Model patterns observed in natural phenomenon</a:t>
            </a:r>
            <a:endParaRPr b="0" lang="en-US" sz="2800" spc="-1" strike="noStrike">
              <a:solidFill>
                <a:srgbClr val="ffffff"/>
              </a:solidFill>
              <a:latin typeface="Arial Regular"/>
            </a:endParaRPr>
          </a:p>
          <a:p>
            <a:pPr marL="91440" indent="-91440" defTabSz="914400">
              <a:lnSpc>
                <a:spcPct val="90000"/>
              </a:lnSpc>
              <a:spcBef>
                <a:spcPts val="1199"/>
              </a:spcBef>
              <a:spcAft>
                <a:spcPts val="201"/>
              </a:spcAft>
              <a:buClr>
                <a:srgbClr val="ffffff"/>
              </a:buClr>
              <a:buFont typeface="Tw Cen MT"/>
              <a:buChar char=" "/>
              <a:tabLst>
                <a:tab algn="l" pos="0"/>
              </a:tabLst>
            </a:pPr>
            <a:r>
              <a:rPr b="0" lang="en-US" sz="2800" spc="-1" strike="noStrike">
                <a:solidFill>
                  <a:srgbClr val="ffffff"/>
                </a:solidFill>
                <a:latin typeface="Arial Regular"/>
              </a:rPr>
              <a:t>Are continuous (analog) mathematical functions</a:t>
            </a:r>
            <a:endParaRPr b="0" lang="en-US" sz="2800" spc="-1" strike="noStrike">
              <a:solidFill>
                <a:srgbClr val="ffffff"/>
              </a:solidFill>
              <a:latin typeface="Arial Regular"/>
            </a:endParaRPr>
          </a:p>
          <a:p>
            <a:pPr marL="91440" indent="-91440" defTabSz="914400">
              <a:lnSpc>
                <a:spcPct val="90000"/>
              </a:lnSpc>
              <a:spcBef>
                <a:spcPts val="1199"/>
              </a:spcBef>
              <a:spcAft>
                <a:spcPts val="201"/>
              </a:spcAft>
              <a:buClr>
                <a:srgbClr val="ffffff"/>
              </a:buClr>
              <a:buFont typeface="Tw Cen MT"/>
              <a:buChar char=" "/>
              <a:tabLst>
                <a:tab algn="l" pos="0"/>
              </a:tabLst>
            </a:pPr>
            <a:r>
              <a:rPr b="0" lang="en-US" sz="2800" spc="-1" strike="noStrike">
                <a:solidFill>
                  <a:srgbClr val="ffffff"/>
                </a:solidFill>
                <a:latin typeface="Arial Regular"/>
              </a:rPr>
              <a:t>Establish probability based on one or more variables</a:t>
            </a:r>
            <a:endParaRPr b="0" lang="en-US" sz="2800" spc="-1" strike="noStrike">
              <a:solidFill>
                <a:srgbClr val="ffffff"/>
              </a:solidFill>
              <a:latin typeface="Arial Regular"/>
            </a:endParaRPr>
          </a:p>
          <a:p>
            <a:pPr marL="91440" indent="-91440" defTabSz="914400">
              <a:lnSpc>
                <a:spcPct val="90000"/>
              </a:lnSpc>
              <a:spcBef>
                <a:spcPts val="1199"/>
              </a:spcBef>
              <a:spcAft>
                <a:spcPts val="201"/>
              </a:spcAft>
              <a:buNone/>
              <a:tabLst>
                <a:tab algn="l" pos="0"/>
              </a:tabLst>
            </a:pPr>
            <a:endParaRPr b="0" lang="en-US" sz="2800" spc="-1" strike="noStrike">
              <a:solidFill>
                <a:srgbClr val="ffffff"/>
              </a:solidFill>
              <a:latin typeface="Arial Regular"/>
            </a:endParaRPr>
          </a:p>
          <a:p>
            <a:pPr indent="0" defTabSz="914400">
              <a:lnSpc>
                <a:spcPct val="90000"/>
              </a:lnSpc>
              <a:spcBef>
                <a:spcPts val="1199"/>
              </a:spcBef>
              <a:spcAft>
                <a:spcPts val="201"/>
              </a:spcAft>
              <a:buNone/>
              <a:tabLst>
                <a:tab algn="l" pos="0"/>
              </a:tabLst>
            </a:pPr>
            <a:r>
              <a:rPr b="0" lang="en-US" sz="2800" spc="-1" strike="noStrike">
                <a:solidFill>
                  <a:srgbClr val="ffffff"/>
                </a:solidFill>
                <a:latin typeface="Arial Regular"/>
              </a:rPr>
              <a:t>There are many distributions. If variables number more than one, it is a </a:t>
            </a:r>
            <a:r>
              <a:rPr b="1" i="1" lang="en-US" sz="2800" spc="-1" strike="noStrike">
                <a:solidFill>
                  <a:srgbClr val="ffffff"/>
                </a:solidFill>
                <a:latin typeface="Arial Regular"/>
              </a:rPr>
              <a:t>multivariate</a:t>
            </a:r>
            <a:r>
              <a:rPr b="0" lang="en-US" sz="2800" spc="-1" strike="noStrike">
                <a:solidFill>
                  <a:srgbClr val="ffffff"/>
                </a:solidFill>
                <a:latin typeface="Arial Regular"/>
              </a:rPr>
              <a:t> distribution.</a:t>
            </a:r>
            <a:endParaRPr b="0" lang="en-US" sz="2800" spc="-1" strike="noStrike">
              <a:solidFill>
                <a:srgbClr val="ffffff"/>
              </a:solidFill>
              <a:latin typeface="Arial Regular"/>
            </a:endParaRPr>
          </a:p>
        </p:txBody>
      </p:sp>
      <p:pic>
        <p:nvPicPr>
          <p:cNvPr id="29" name="Picture 1" descr="C:\Users\Jeremiah Blanchard\AppData\Local\Microsoft\Windows\Temporary Internet Files\Content.IE5\I0NDU540\MC900389760[1].wmf"/>
          <p:cNvPicPr/>
          <p:nvPr/>
        </p:nvPicPr>
        <p:blipFill>
          <a:blip r:embed="rId1"/>
          <a:stretch/>
        </p:blipFill>
        <p:spPr>
          <a:xfrm>
            <a:off x="9068760" y="2795760"/>
            <a:ext cx="1450440" cy="1266480"/>
          </a:xfrm>
          <a:prstGeom prst="rect">
            <a:avLst/>
          </a:prstGeom>
          <a:ln w="0">
            <a:noFill/>
          </a:ln>
        </p:spPr>
      </p:pic>
    </p:spTree>
  </p:cSld>
  <mc:AlternateContent>
    <mc:Choice Requires="p14">
      <p:transition spd="slow" p14:dur="2000"/>
    </mc:Choice>
    <mc:Fallback>
      <p:transition spd="slow"/>
    </mc:Fallback>
  </mc:AlternateContent>
  <p:timing>
    <p:tnLst>
      <p:par>
        <p:cTn id="71" dur="indefinite" restart="never" nodeType="tmRoot">
          <p:childTnLst>
            <p:seq>
              <p:cTn id="72" dur="indefinite" nodeType="mainSeq">
                <p:childTnLst>
                  <p:par>
                    <p:cTn id="73" nodeType="clickEffect" fill="hold">
                      <p:stCondLst>
                        <p:cond delay="indefinite"/>
                      </p:stCondLst>
                      <p:childTnLst>
                        <p:par>
                          <p:cTn id="74" nodeType="withEffect" fill="hold">
                            <p:stCondLst>
                              <p:cond delay="0"/>
                            </p:stCondLst>
                            <p:childTnLst>
                              <p:par>
                                <p:cTn id="75" nodeType="clickEffect" fill="hold" presetClass="entr" presetID="9">
                                  <p:stCondLst>
                                    <p:cond delay="0"/>
                                  </p:stCondLst>
                                  <p:childTnLst>
                                    <p:set>
                                      <p:cBhvr>
                                        <p:cTn id="76" dur="1" fill="hold">
                                          <p:stCondLst>
                                            <p:cond delay="0"/>
                                          </p:stCondLst>
                                        </p:cTn>
                                        <p:tgtEl>
                                          <p:spTgt spid="28">
                                            <p:txEl>
                                              <p:pRg st="0" end="0"/>
                                            </p:txEl>
                                          </p:spTgt>
                                        </p:tgtEl>
                                        <p:attrNameLst>
                                          <p:attrName>style.visibility</p:attrName>
                                        </p:attrNameLst>
                                      </p:cBhvr>
                                      <p:to>
                                        <p:strVal val="visible"/>
                                      </p:to>
                                    </p:set>
                                    <p:animEffect filter="dissolve" transition="in">
                                      <p:cBhvr additive="repl">
                                        <p:cTn id="77" dur="500"/>
                                        <p:tgtEl>
                                          <p:spTgt spid="28">
                                            <p:txEl>
                                              <p:pRg st="0" end="0"/>
                                            </p:txEl>
                                          </p:spTgt>
                                        </p:tgtEl>
                                      </p:cBhvr>
                                    </p:animEffect>
                                  </p:childTnLst>
                                </p:cTn>
                              </p:par>
                            </p:childTnLst>
                          </p:cTn>
                        </p:par>
                      </p:childTnLst>
                    </p:cTn>
                  </p:par>
                  <p:par>
                    <p:cTn id="78" nodeType="clickEffect" fill="hold">
                      <p:stCondLst>
                        <p:cond delay="indefinite"/>
                      </p:stCondLst>
                      <p:childTnLst>
                        <p:par>
                          <p:cTn id="79" nodeType="withEffect" fill="hold">
                            <p:stCondLst>
                              <p:cond delay="0"/>
                            </p:stCondLst>
                            <p:childTnLst>
                              <p:par>
                                <p:cTn id="80" nodeType="clickEffect" fill="hold" presetClass="entr" presetID="9">
                                  <p:stCondLst>
                                    <p:cond delay="0"/>
                                  </p:stCondLst>
                                  <p:childTnLst>
                                    <p:set>
                                      <p:cBhvr>
                                        <p:cTn id="81" dur="1" fill="hold">
                                          <p:stCondLst>
                                            <p:cond delay="0"/>
                                          </p:stCondLst>
                                        </p:cTn>
                                        <p:tgtEl>
                                          <p:spTgt spid="28">
                                            <p:txEl>
                                              <p:pRg st="2" end="2"/>
                                            </p:txEl>
                                          </p:spTgt>
                                        </p:tgtEl>
                                        <p:attrNameLst>
                                          <p:attrName>style.visibility</p:attrName>
                                        </p:attrNameLst>
                                      </p:cBhvr>
                                      <p:to>
                                        <p:strVal val="visible"/>
                                      </p:to>
                                    </p:set>
                                    <p:animEffect filter="dissolve" transition="in">
                                      <p:cBhvr additive="repl">
                                        <p:cTn id="82" dur="500"/>
                                        <p:tgtEl>
                                          <p:spTgt spid="28">
                                            <p:txEl>
                                              <p:pRg st="2" end="2"/>
                                            </p:txEl>
                                          </p:spTgt>
                                        </p:tgtEl>
                                      </p:cBhvr>
                                    </p:animEffect>
                                  </p:childTnLst>
                                </p:cTn>
                              </p:par>
                            </p:childTnLst>
                          </p:cTn>
                        </p:par>
                      </p:childTnLst>
                    </p:cTn>
                  </p:par>
                  <p:par>
                    <p:cTn id="83" nodeType="clickEffect" fill="hold">
                      <p:stCondLst>
                        <p:cond delay="indefinite"/>
                      </p:stCondLst>
                      <p:childTnLst>
                        <p:par>
                          <p:cTn id="84" nodeType="withEffect" fill="hold">
                            <p:stCondLst>
                              <p:cond delay="0"/>
                            </p:stCondLst>
                            <p:childTnLst>
                              <p:par>
                                <p:cTn id="85" nodeType="clickEffect" fill="hold" presetClass="entr" presetID="9">
                                  <p:stCondLst>
                                    <p:cond delay="0"/>
                                  </p:stCondLst>
                                  <p:childTnLst>
                                    <p:set>
                                      <p:cBhvr>
                                        <p:cTn id="86" dur="1" fill="hold">
                                          <p:stCondLst>
                                            <p:cond delay="0"/>
                                          </p:stCondLst>
                                        </p:cTn>
                                        <p:tgtEl>
                                          <p:spTgt spid="28">
                                            <p:txEl>
                                              <p:pRg st="3" end="3"/>
                                            </p:txEl>
                                          </p:spTgt>
                                        </p:tgtEl>
                                        <p:attrNameLst>
                                          <p:attrName>style.visibility</p:attrName>
                                        </p:attrNameLst>
                                      </p:cBhvr>
                                      <p:to>
                                        <p:strVal val="visible"/>
                                      </p:to>
                                    </p:set>
                                    <p:animEffect filter="dissolve" transition="in">
                                      <p:cBhvr additive="repl">
                                        <p:cTn id="87" dur="500"/>
                                        <p:tgtEl>
                                          <p:spTgt spid="28">
                                            <p:txEl>
                                              <p:pRg st="3" end="3"/>
                                            </p:txEl>
                                          </p:spTgt>
                                        </p:tgtEl>
                                      </p:cBhvr>
                                    </p:animEffect>
                                  </p:childTnLst>
                                </p:cTn>
                              </p:par>
                            </p:childTnLst>
                          </p:cTn>
                        </p:par>
                      </p:childTnLst>
                    </p:cTn>
                  </p:par>
                  <p:par>
                    <p:cTn id="88" nodeType="clickEffect" fill="hold">
                      <p:stCondLst>
                        <p:cond delay="indefinite"/>
                      </p:stCondLst>
                      <p:childTnLst>
                        <p:par>
                          <p:cTn id="89" nodeType="withEffect" fill="hold">
                            <p:stCondLst>
                              <p:cond delay="0"/>
                            </p:stCondLst>
                            <p:childTnLst>
                              <p:par>
                                <p:cTn id="90" nodeType="clickEffect" fill="hold" presetClass="entr" presetID="9">
                                  <p:stCondLst>
                                    <p:cond delay="0"/>
                                  </p:stCondLst>
                                  <p:childTnLst>
                                    <p:set>
                                      <p:cBhvr>
                                        <p:cTn id="91" dur="1" fill="hold">
                                          <p:stCondLst>
                                            <p:cond delay="0"/>
                                          </p:stCondLst>
                                        </p:cTn>
                                        <p:tgtEl>
                                          <p:spTgt spid="28">
                                            <p:txEl>
                                              <p:pRg st="4" end="4"/>
                                            </p:txEl>
                                          </p:spTgt>
                                        </p:tgtEl>
                                        <p:attrNameLst>
                                          <p:attrName>style.visibility</p:attrName>
                                        </p:attrNameLst>
                                      </p:cBhvr>
                                      <p:to>
                                        <p:strVal val="visible"/>
                                      </p:to>
                                    </p:set>
                                    <p:animEffect filter="dissolve" transition="in">
                                      <p:cBhvr additive="repl">
                                        <p:cTn id="92" dur="500"/>
                                        <p:tgtEl>
                                          <p:spTgt spid="28">
                                            <p:txEl>
                                              <p:pRg st="4" end="4"/>
                                            </p:txEl>
                                          </p:spTgt>
                                        </p:tgtEl>
                                      </p:cBhvr>
                                    </p:animEffect>
                                  </p:childTnLst>
                                </p:cTn>
                              </p:par>
                            </p:childTnLst>
                          </p:cTn>
                        </p:par>
                      </p:childTnLst>
                    </p:cTn>
                  </p:par>
                  <p:par>
                    <p:cTn id="93" nodeType="clickEffect" fill="hold">
                      <p:stCondLst>
                        <p:cond delay="indefinite"/>
                      </p:stCondLst>
                      <p:childTnLst>
                        <p:par>
                          <p:cTn id="94" nodeType="withEffect" fill="hold">
                            <p:stCondLst>
                              <p:cond delay="0"/>
                            </p:stCondLst>
                            <p:childTnLst>
                              <p:par>
                                <p:cTn id="95" nodeType="clickEffect" fill="hold" presetClass="entr" presetID="9">
                                  <p:stCondLst>
                                    <p:cond delay="0"/>
                                  </p:stCondLst>
                                  <p:childTnLst>
                                    <p:set>
                                      <p:cBhvr>
                                        <p:cTn id="96" dur="1" fill="hold">
                                          <p:stCondLst>
                                            <p:cond delay="0"/>
                                          </p:stCondLst>
                                        </p:cTn>
                                        <p:tgtEl>
                                          <p:spTgt spid="28">
                                            <p:txEl>
                                              <p:pRg st="5" end="5"/>
                                            </p:txEl>
                                          </p:spTgt>
                                        </p:tgtEl>
                                        <p:attrNameLst>
                                          <p:attrName>style.visibility</p:attrName>
                                        </p:attrNameLst>
                                      </p:cBhvr>
                                      <p:to>
                                        <p:strVal val="visible"/>
                                      </p:to>
                                    </p:set>
                                    <p:animEffect filter="dissolve" transition="in">
                                      <p:cBhvr additive="repl">
                                        <p:cTn id="97" dur="500"/>
                                        <p:tgtEl>
                                          <p:spTgt spid="28">
                                            <p:txEl>
                                              <p:pRg st="5" end="5"/>
                                            </p:txEl>
                                          </p:spTgt>
                                        </p:tgtEl>
                                      </p:cBhvr>
                                    </p:animEffect>
                                  </p:childTnLst>
                                </p:cTn>
                              </p:par>
                            </p:childTnLst>
                          </p:cTn>
                        </p:par>
                      </p:childTnLst>
                    </p:cTn>
                  </p:par>
                  <p:par>
                    <p:cTn id="98" nodeType="clickEffect" fill="hold">
                      <p:stCondLst>
                        <p:cond delay="indefinite"/>
                      </p:stCondLst>
                      <p:childTnLst>
                        <p:par>
                          <p:cTn id="99" nodeType="withEffect" fill="hold">
                            <p:stCondLst>
                              <p:cond delay="0"/>
                            </p:stCondLst>
                            <p:childTnLst>
                              <p:par>
                                <p:cTn id="100" nodeType="clickEffect" fill="hold" presetClass="entr" presetID="9">
                                  <p:stCondLst>
                                    <p:cond delay="0"/>
                                  </p:stCondLst>
                                  <p:childTnLst>
                                    <p:set>
                                      <p:cBhvr>
                                        <p:cTn id="101" dur="1" fill="hold">
                                          <p:stCondLst>
                                            <p:cond delay="0"/>
                                          </p:stCondLst>
                                        </p:cTn>
                                        <p:tgtEl>
                                          <p:spTgt spid="28">
                                            <p:txEl>
                                              <p:pRg st="7" end="7"/>
                                            </p:txEl>
                                          </p:spTgt>
                                        </p:tgtEl>
                                        <p:attrNameLst>
                                          <p:attrName>style.visibility</p:attrName>
                                        </p:attrNameLst>
                                      </p:cBhvr>
                                      <p:to>
                                        <p:strVal val="visible"/>
                                      </p:to>
                                    </p:set>
                                    <p:animEffect filter="dissolve" transition="in">
                                      <p:cBhvr additive="repl">
                                        <p:cTn id="102" dur="500"/>
                                        <p:tgtEl>
                                          <p:spTgt spid="28">
                                            <p:txEl>
                                              <p:pRg st="7" end="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 name="PlaceHolder 1"/>
          <p:cNvSpPr>
            <a:spLocks noGrp="1"/>
          </p:cNvSpPr>
          <p:nvPr>
            <p:ph type="title"/>
          </p:nvPr>
        </p:nvSpPr>
        <p:spPr>
          <a:xfrm>
            <a:off x="1981080" y="182520"/>
            <a:ext cx="8229240" cy="1142640"/>
          </a:xfrm>
          <a:prstGeom prst="rect">
            <a:avLst/>
          </a:prstGeom>
          <a:noFill/>
          <a:ln w="0">
            <a:noFill/>
          </a:ln>
        </p:spPr>
        <p:txBody>
          <a:bodyPr lIns="91440" rIns="91440" tIns="45720" bIns="0" anchor="ctr">
            <a:noAutofit/>
          </a:bodyPr>
          <a:p>
            <a:pPr indent="0" algn="ctr" defTabSz="914400">
              <a:lnSpc>
                <a:spcPct val="80000"/>
              </a:lnSpc>
              <a:buNone/>
            </a:pPr>
            <a:r>
              <a:rPr b="1" lang="en-US" sz="4800" spc="97" strike="noStrike">
                <a:solidFill>
                  <a:schemeClr val="lt1"/>
                </a:solidFill>
                <a:latin typeface="Garamond"/>
              </a:rPr>
              <a:t>Gaussian Distribution</a:t>
            </a:r>
            <a:endParaRPr b="0" lang="en-US" sz="4800" spc="-1" strike="noStrike">
              <a:solidFill>
                <a:schemeClr val="dk1"/>
              </a:solidFill>
              <a:latin typeface="Arial"/>
            </a:endParaRPr>
          </a:p>
        </p:txBody>
      </p:sp>
      <p:sp>
        <p:nvSpPr>
          <p:cNvPr id="31" name="PlaceHolder 2"/>
          <p:cNvSpPr>
            <a:spLocks noGrp="1"/>
          </p:cNvSpPr>
          <p:nvPr>
            <p:ph/>
          </p:nvPr>
        </p:nvSpPr>
        <p:spPr>
          <a:xfrm>
            <a:off x="1162440" y="1208880"/>
            <a:ext cx="9623160" cy="4296960"/>
          </a:xfrm>
          <a:prstGeom prst="rect">
            <a:avLst/>
          </a:prstGeom>
          <a:noFill/>
          <a:ln w="0">
            <a:noFill/>
          </a:ln>
        </p:spPr>
        <p:txBody>
          <a:bodyPr lIns="45720" rIns="45720" tIns="45720" bIns="45720" anchor="t">
            <a:normAutofit/>
          </a:bodyPr>
          <a:p>
            <a:pPr indent="0" algn="just" defTabSz="914400">
              <a:lnSpc>
                <a:spcPct val="90000"/>
              </a:lnSpc>
              <a:spcBef>
                <a:spcPts val="1199"/>
              </a:spcBef>
              <a:spcAft>
                <a:spcPts val="201"/>
              </a:spcAft>
              <a:buNone/>
              <a:tabLst>
                <a:tab algn="l" pos="0"/>
              </a:tabLst>
            </a:pPr>
            <a:r>
              <a:rPr b="0" lang="en-US" sz="2800" spc="-1" strike="noStrike">
                <a:solidFill>
                  <a:srgbClr val="ffffff"/>
                </a:solidFill>
                <a:latin typeface="Arial Regular"/>
              </a:rPr>
              <a:t>The Gaussian (normal) distribution is the most common distribution found in natural phenomena. It is sometimes referred to as the </a:t>
            </a:r>
            <a:r>
              <a:rPr b="1" i="1" lang="en-US" sz="2800" spc="-1" strike="noStrike">
                <a:solidFill>
                  <a:srgbClr val="00ff00"/>
                </a:solidFill>
                <a:latin typeface="Arial Regular"/>
              </a:rPr>
              <a:t>bell curve</a:t>
            </a:r>
            <a:r>
              <a:rPr b="0" lang="en-US" sz="2800" spc="-1" strike="noStrike">
                <a:solidFill>
                  <a:srgbClr val="00ff00"/>
                </a:solidFill>
                <a:latin typeface="Arial Regular"/>
              </a:rPr>
              <a:t>.</a:t>
            </a:r>
            <a:endParaRPr b="0" lang="en-US" sz="2800" spc="-1" strike="noStrike">
              <a:solidFill>
                <a:srgbClr val="ffffff"/>
              </a:solidFill>
              <a:latin typeface="Arial Regular"/>
            </a:endParaRPr>
          </a:p>
          <a:p>
            <a:pPr indent="0" algn="just" defTabSz="914400">
              <a:lnSpc>
                <a:spcPct val="90000"/>
              </a:lnSpc>
              <a:spcBef>
                <a:spcPts val="1199"/>
              </a:spcBef>
              <a:spcAft>
                <a:spcPts val="201"/>
              </a:spcAft>
              <a:buNone/>
              <a:tabLst>
                <a:tab algn="l" pos="0"/>
              </a:tabLst>
            </a:pPr>
            <a:endParaRPr b="0" lang="en-US" sz="2800" spc="-1" strike="noStrike">
              <a:solidFill>
                <a:srgbClr val="ffffff"/>
              </a:solidFill>
              <a:latin typeface="Arial Regular"/>
            </a:endParaRPr>
          </a:p>
          <a:p>
            <a:pPr indent="0" algn="just" defTabSz="914400">
              <a:lnSpc>
                <a:spcPct val="90000"/>
              </a:lnSpc>
              <a:spcBef>
                <a:spcPts val="1199"/>
              </a:spcBef>
              <a:spcAft>
                <a:spcPts val="201"/>
              </a:spcAft>
              <a:buNone/>
              <a:tabLst>
                <a:tab algn="l" pos="0"/>
              </a:tabLst>
            </a:pPr>
            <a:r>
              <a:rPr b="0" lang="en-US" sz="2800" spc="-1" strike="noStrike" u="sng">
                <a:solidFill>
                  <a:srgbClr val="ffffff"/>
                </a:solidFill>
                <a:uFillTx/>
                <a:latin typeface="Arial Regular"/>
              </a:rPr>
              <a:t>It can be seen in…</a:t>
            </a:r>
            <a:endParaRPr b="0" lang="en-US" sz="2800" spc="-1" strike="noStrike">
              <a:solidFill>
                <a:srgbClr val="ffffff"/>
              </a:solidFill>
              <a:latin typeface="Arial Regular"/>
            </a:endParaRPr>
          </a:p>
          <a:p>
            <a:pPr lvl="1" defTabSz="914400">
              <a:lnSpc>
                <a:spcPct val="90000"/>
              </a:lnSpc>
              <a:spcBef>
                <a:spcPts val="201"/>
              </a:spcBef>
              <a:spcAft>
                <a:spcPts val="400"/>
              </a:spcAft>
              <a:buClr>
                <a:srgbClr val="ffc000"/>
              </a:buClr>
              <a:buFont typeface="Arial"/>
              <a:buChar char="•"/>
              <a:tabLst>
                <a:tab algn="l" pos="0"/>
              </a:tabLst>
            </a:pPr>
            <a:r>
              <a:rPr b="0" lang="en-US" sz="2800" spc="-1" strike="noStrike">
                <a:solidFill>
                  <a:srgbClr val="ffffff"/>
                </a:solidFill>
                <a:latin typeface="Arial Regular"/>
              </a:rPr>
              <a:t> </a:t>
            </a:r>
            <a:r>
              <a:rPr b="0" lang="en-US" sz="2800" spc="-1" strike="noStrike">
                <a:solidFill>
                  <a:srgbClr val="ffffff"/>
                </a:solidFill>
                <a:latin typeface="Arial Regular"/>
              </a:rPr>
              <a:t>Rolling multiple dice</a:t>
            </a:r>
            <a:endParaRPr b="0" lang="en-US" sz="2800" spc="-1" strike="noStrike">
              <a:solidFill>
                <a:srgbClr val="ffffff"/>
              </a:solidFill>
              <a:latin typeface="Arial Regular"/>
            </a:endParaRPr>
          </a:p>
          <a:p>
            <a:pPr lvl="1" defTabSz="914400">
              <a:lnSpc>
                <a:spcPct val="90000"/>
              </a:lnSpc>
              <a:spcBef>
                <a:spcPts val="201"/>
              </a:spcBef>
              <a:spcAft>
                <a:spcPts val="400"/>
              </a:spcAft>
              <a:buClr>
                <a:srgbClr val="ffc000"/>
              </a:buClr>
              <a:buFont typeface="Arial"/>
              <a:buChar char="•"/>
              <a:tabLst>
                <a:tab algn="l" pos="0"/>
              </a:tabLst>
            </a:pPr>
            <a:r>
              <a:rPr b="0" lang="en-US" sz="2800" spc="-1" strike="noStrike">
                <a:solidFill>
                  <a:srgbClr val="ffffff"/>
                </a:solidFill>
                <a:latin typeface="Arial Regular"/>
              </a:rPr>
              <a:t> </a:t>
            </a:r>
            <a:r>
              <a:rPr b="0" lang="en-US" sz="2800" spc="-1" strike="noStrike">
                <a:solidFill>
                  <a:srgbClr val="ffffff"/>
                </a:solidFill>
                <a:latin typeface="Arial Regular"/>
              </a:rPr>
              <a:t>Error distribution</a:t>
            </a:r>
            <a:endParaRPr b="0" lang="en-US" sz="2800" spc="-1" strike="noStrike">
              <a:solidFill>
                <a:srgbClr val="ffffff"/>
              </a:solidFill>
              <a:latin typeface="Arial Regular"/>
            </a:endParaRPr>
          </a:p>
          <a:p>
            <a:pPr lvl="1" defTabSz="914400">
              <a:lnSpc>
                <a:spcPct val="90000"/>
              </a:lnSpc>
              <a:spcBef>
                <a:spcPts val="201"/>
              </a:spcBef>
              <a:spcAft>
                <a:spcPts val="400"/>
              </a:spcAft>
              <a:buClr>
                <a:srgbClr val="ffc000"/>
              </a:buClr>
              <a:buFont typeface="Arial"/>
              <a:buChar char="•"/>
              <a:tabLst>
                <a:tab algn="l" pos="0"/>
              </a:tabLst>
            </a:pPr>
            <a:r>
              <a:rPr b="0" lang="en-US" sz="2800" spc="-1" strike="noStrike">
                <a:solidFill>
                  <a:srgbClr val="ffffff"/>
                </a:solidFill>
                <a:latin typeface="Arial Regular"/>
              </a:rPr>
              <a:t> </a:t>
            </a:r>
            <a:r>
              <a:rPr b="0" lang="en-US" sz="2800" spc="-1" strike="noStrike">
                <a:solidFill>
                  <a:srgbClr val="ffffff"/>
                </a:solidFill>
                <a:latin typeface="Arial Regular"/>
              </a:rPr>
              <a:t>Statistical variation</a:t>
            </a:r>
            <a:endParaRPr b="0" lang="en-US" sz="2800" spc="-1" strike="noStrike">
              <a:solidFill>
                <a:srgbClr val="ffffff"/>
              </a:solidFill>
              <a:latin typeface="Arial Regular"/>
            </a:endParaRPr>
          </a:p>
          <a:p>
            <a:pPr lvl="1" defTabSz="914400">
              <a:lnSpc>
                <a:spcPct val="90000"/>
              </a:lnSpc>
              <a:spcBef>
                <a:spcPts val="201"/>
              </a:spcBef>
              <a:spcAft>
                <a:spcPts val="400"/>
              </a:spcAft>
              <a:buClr>
                <a:srgbClr val="ffc000"/>
              </a:buClr>
              <a:buFont typeface="Arial"/>
              <a:buChar char="•"/>
              <a:tabLst>
                <a:tab algn="l" pos="0"/>
              </a:tabLst>
            </a:pPr>
            <a:r>
              <a:rPr b="0" lang="en-US" sz="2800" spc="-1" strike="noStrike">
                <a:solidFill>
                  <a:srgbClr val="ffffff"/>
                </a:solidFill>
                <a:latin typeface="Arial Regular"/>
              </a:rPr>
              <a:t> </a:t>
            </a:r>
            <a:r>
              <a:rPr b="0" lang="en-US" sz="2800" spc="-1" strike="noStrike">
                <a:solidFill>
                  <a:srgbClr val="ffffff"/>
                </a:solidFill>
                <a:latin typeface="Arial Regular"/>
              </a:rPr>
              <a:t>Student grades</a:t>
            </a:r>
            <a:endParaRPr b="0" lang="en-US" sz="2800" spc="-1" strike="noStrike">
              <a:solidFill>
                <a:srgbClr val="ffffff"/>
              </a:solidFill>
              <a:latin typeface="Arial Regular"/>
            </a:endParaRPr>
          </a:p>
        </p:txBody>
      </p:sp>
      <p:sp>
        <p:nvSpPr>
          <p:cNvPr id="32" name="Object 2"/>
          <p:cNvSpPr/>
          <p:nvPr/>
        </p:nvSpPr>
        <p:spPr>
          <a:xfrm>
            <a:off x="6042240" y="4643640"/>
            <a:ext cx="4335840" cy="894960"/>
          </a:xfrm>
          <a:prstGeom prst="rect">
            <a:avLst/>
          </a:prstGeom>
          <a:blipFill rotWithShape="0">
            <a:blip r:embed="rId1"/>
            <a:srcRect/>
            <a:stretch/>
          </a:blipFill>
          <a:ln w="28575">
            <a:solidFill>
              <a:srgbClr val="000000"/>
            </a:solidFill>
            <a:miter/>
          </a:ln>
        </p:spPr>
        <p:style>
          <a:lnRef idx="0"/>
          <a:fillRef idx="0"/>
          <a:effectRef idx="0"/>
          <a:fontRef idx="minor"/>
        </p:style>
        <p:txBody>
          <a:bodyPr lIns="90000" rIns="90000" tIns="45000" bIns="45000" anchor="t">
            <a:noAutofit/>
          </a:bodyPr>
          <a:p>
            <a:pPr defTabSz="457200">
              <a:lnSpc>
                <a:spcPct val="100000"/>
              </a:lnSpc>
            </a:pPr>
            <a:r>
              <a:rPr b="0" lang="en-US" sz="1800" spc="-1" strike="noStrike">
                <a:solidFill>
                  <a:srgbClr val="ffffff">
                    <a:alpha val="1000"/>
                  </a:srgbClr>
                </a:solidFill>
                <a:latin typeface="Arial"/>
              </a:rPr>
              <a:t> </a:t>
            </a:r>
            <a:endParaRPr b="0" lang="en-US" sz="1800" spc="-1" strike="noStrike">
              <a:solidFill>
                <a:srgbClr val="000000"/>
              </a:solidFill>
              <a:latin typeface="Arial"/>
            </a:endParaRPr>
          </a:p>
        </p:txBody>
      </p:sp>
      <p:pic>
        <p:nvPicPr>
          <p:cNvPr id="33" name="Picture 5" descr="C:\Users\Jeremiah Blanchard\Desktop\Normal.emf"/>
          <p:cNvPicPr/>
          <p:nvPr/>
        </p:nvPicPr>
        <p:blipFill>
          <a:blip r:embed="rId2"/>
          <a:stretch/>
        </p:blipFill>
        <p:spPr>
          <a:xfrm>
            <a:off x="6063840" y="2841840"/>
            <a:ext cx="4298760" cy="1756080"/>
          </a:xfrm>
          <a:prstGeom prst="rect">
            <a:avLst/>
          </a:prstGeom>
          <a:ln w="25400">
            <a:solidFill>
              <a:srgbClr val="000000"/>
            </a:solidFill>
            <a:miter/>
          </a:ln>
        </p:spPr>
      </p:pic>
    </p:spTree>
  </p:cSld>
  <mc:AlternateContent>
    <mc:Choice Requires="p14">
      <p:transition spd="slow" p14:dur="2000"/>
    </mc:Choice>
    <mc:Fallback>
      <p:transition spd="slow"/>
    </mc:Fallback>
  </mc:AlternateContent>
  <p:timing>
    <p:tnLst>
      <p:par>
        <p:cTn id="103" dur="indefinite" restart="never" nodeType="tmRoot">
          <p:childTnLst>
            <p:seq>
              <p:cTn id="104" dur="indefinite" nodeType="mainSeq">
                <p:childTnLst>
                  <p:par>
                    <p:cTn id="105" nodeType="clickEffect" fill="hold">
                      <p:stCondLst>
                        <p:cond delay="indefinite"/>
                      </p:stCondLst>
                      <p:childTnLst>
                        <p:par>
                          <p:cTn id="106" nodeType="withEffect" fill="hold">
                            <p:stCondLst>
                              <p:cond delay="0"/>
                            </p:stCondLst>
                            <p:childTnLst>
                              <p:par>
                                <p:cTn id="107" nodeType="clickEffect" fill="hold" presetClass="entr" presetID="9">
                                  <p:stCondLst>
                                    <p:cond delay="0"/>
                                  </p:stCondLst>
                                  <p:childTnLst>
                                    <p:set>
                                      <p:cBhvr>
                                        <p:cTn id="108" dur="1" fill="hold">
                                          <p:stCondLst>
                                            <p:cond delay="0"/>
                                          </p:stCondLst>
                                        </p:cTn>
                                        <p:tgtEl>
                                          <p:spTgt spid="31">
                                            <p:txEl>
                                              <p:pRg st="0" end="0"/>
                                            </p:txEl>
                                          </p:spTgt>
                                        </p:tgtEl>
                                        <p:attrNameLst>
                                          <p:attrName>style.visibility</p:attrName>
                                        </p:attrNameLst>
                                      </p:cBhvr>
                                      <p:to>
                                        <p:strVal val="visible"/>
                                      </p:to>
                                    </p:set>
                                    <p:animEffect filter="dissolve" transition="in">
                                      <p:cBhvr additive="repl">
                                        <p:cTn id="109" dur="500"/>
                                        <p:tgtEl>
                                          <p:spTgt spid="31">
                                            <p:txEl>
                                              <p:pRg st="0" end="0"/>
                                            </p:txEl>
                                          </p:spTgt>
                                        </p:tgtEl>
                                      </p:cBhvr>
                                    </p:animEffect>
                                  </p:childTnLst>
                                </p:cTn>
                              </p:par>
                            </p:childTnLst>
                          </p:cTn>
                        </p:par>
                      </p:childTnLst>
                    </p:cTn>
                  </p:par>
                  <p:par>
                    <p:cTn id="110" nodeType="clickEffect" fill="hold">
                      <p:stCondLst>
                        <p:cond delay="indefinite"/>
                      </p:stCondLst>
                      <p:childTnLst>
                        <p:par>
                          <p:cTn id="111" nodeType="withEffect" fill="hold">
                            <p:stCondLst>
                              <p:cond delay="0"/>
                            </p:stCondLst>
                            <p:childTnLst>
                              <p:par>
                                <p:cTn id="112" nodeType="clickEffect" fill="hold" presetClass="entr" presetID="9">
                                  <p:stCondLst>
                                    <p:cond delay="0"/>
                                  </p:stCondLst>
                                  <p:childTnLst>
                                    <p:set>
                                      <p:cBhvr>
                                        <p:cTn id="113" dur="1" fill="hold">
                                          <p:stCondLst>
                                            <p:cond delay="0"/>
                                          </p:stCondLst>
                                        </p:cTn>
                                        <p:tgtEl>
                                          <p:spTgt spid="31">
                                            <p:txEl>
                                              <p:pRg st="2" end="2"/>
                                            </p:txEl>
                                          </p:spTgt>
                                        </p:tgtEl>
                                        <p:attrNameLst>
                                          <p:attrName>style.visibility</p:attrName>
                                        </p:attrNameLst>
                                      </p:cBhvr>
                                      <p:to>
                                        <p:strVal val="visible"/>
                                      </p:to>
                                    </p:set>
                                    <p:animEffect filter="dissolve" transition="in">
                                      <p:cBhvr additive="repl">
                                        <p:cTn id="114" dur="500"/>
                                        <p:tgtEl>
                                          <p:spTgt spid="31">
                                            <p:txEl>
                                              <p:pRg st="2" end="2"/>
                                            </p:txEl>
                                          </p:spTgt>
                                        </p:tgtEl>
                                      </p:cBhvr>
                                    </p:animEffect>
                                  </p:childTnLst>
                                </p:cTn>
                              </p:par>
                            </p:childTnLst>
                          </p:cTn>
                        </p:par>
                      </p:childTnLst>
                    </p:cTn>
                  </p:par>
                  <p:par>
                    <p:cTn id="115" fill="hold">
                      <p:stCondLst>
                        <p:cond delay="indefinite"/>
                      </p:stCondLst>
                      <p:childTnLst>
                        <p:par>
                          <p:cTn id="116" fill="hold">
                            <p:stCondLst>
                              <p:cond delay="0"/>
                            </p:stCondLst>
                            <p:childTnLst>
                              <p:par>
                                <p:cTn id="117" nodeType="clickEffect" fill="hold" presetClass="entr" presetID="9">
                                  <p:stCondLst>
                                    <p:cond delay="0"/>
                                  </p:stCondLst>
                                  <p:childTnLst>
                                    <p:set>
                                      <p:cBhvr>
                                        <p:cTn id="118" dur="1" fill="hold">
                                          <p:stCondLst>
                                            <p:cond delay="0"/>
                                          </p:stCondLst>
                                        </p:cTn>
                                        <p:tgtEl>
                                          <p:spTgt spid="31">
                                            <p:txEl>
                                              <p:pRg st="3" end="3"/>
                                            </p:txEl>
                                          </p:spTgt>
                                        </p:tgtEl>
                                        <p:attrNameLst>
                                          <p:attrName>style.visibility</p:attrName>
                                        </p:attrNameLst>
                                      </p:cBhvr>
                                      <p:to>
                                        <p:strVal val="visible"/>
                                      </p:to>
                                    </p:set>
                                    <p:animEffect filter="dissolve" transition="in">
                                      <p:cBhvr additive="repl">
                                        <p:cTn id="119" dur="500"/>
                                        <p:tgtEl>
                                          <p:spTgt spid="31">
                                            <p:txEl>
                                              <p:pRg st="3" end="3"/>
                                            </p:txEl>
                                          </p:spTgt>
                                        </p:tgtEl>
                                      </p:cBhvr>
                                    </p:animEffect>
                                  </p:childTnLst>
                                </p:cTn>
                              </p:par>
                            </p:childTnLst>
                          </p:cTn>
                        </p:par>
                      </p:childTnLst>
                    </p:cTn>
                  </p:par>
                  <p:par>
                    <p:cTn id="120" fill="hold">
                      <p:stCondLst>
                        <p:cond delay="indefinite"/>
                      </p:stCondLst>
                      <p:childTnLst>
                        <p:par>
                          <p:cTn id="121" fill="hold">
                            <p:stCondLst>
                              <p:cond delay="0"/>
                            </p:stCondLst>
                            <p:childTnLst>
                              <p:par>
                                <p:cTn id="122" nodeType="clickEffect" fill="hold" presetClass="entr" presetID="9">
                                  <p:stCondLst>
                                    <p:cond delay="0"/>
                                  </p:stCondLst>
                                  <p:childTnLst>
                                    <p:set>
                                      <p:cBhvr>
                                        <p:cTn id="123" dur="1" fill="hold">
                                          <p:stCondLst>
                                            <p:cond delay="0"/>
                                          </p:stCondLst>
                                        </p:cTn>
                                        <p:tgtEl>
                                          <p:spTgt spid="31">
                                            <p:txEl>
                                              <p:pRg st="4" end="4"/>
                                            </p:txEl>
                                          </p:spTgt>
                                        </p:tgtEl>
                                        <p:attrNameLst>
                                          <p:attrName>style.visibility</p:attrName>
                                        </p:attrNameLst>
                                      </p:cBhvr>
                                      <p:to>
                                        <p:strVal val="visible"/>
                                      </p:to>
                                    </p:set>
                                    <p:animEffect filter="dissolve" transition="in">
                                      <p:cBhvr additive="repl">
                                        <p:cTn id="124" dur="500"/>
                                        <p:tgtEl>
                                          <p:spTgt spid="31">
                                            <p:txEl>
                                              <p:pRg st="4" end="4"/>
                                            </p:txEl>
                                          </p:spTgt>
                                        </p:tgtEl>
                                      </p:cBhvr>
                                    </p:animEffect>
                                  </p:childTnLst>
                                </p:cTn>
                              </p:par>
                            </p:childTnLst>
                          </p:cTn>
                        </p:par>
                      </p:childTnLst>
                    </p:cTn>
                  </p:par>
                  <p:par>
                    <p:cTn id="125" fill="hold">
                      <p:stCondLst>
                        <p:cond delay="indefinite"/>
                      </p:stCondLst>
                      <p:childTnLst>
                        <p:par>
                          <p:cTn id="126" fill="hold">
                            <p:stCondLst>
                              <p:cond delay="0"/>
                            </p:stCondLst>
                            <p:childTnLst>
                              <p:par>
                                <p:cTn id="127" nodeType="clickEffect" fill="hold" presetClass="entr" presetID="9">
                                  <p:stCondLst>
                                    <p:cond delay="0"/>
                                  </p:stCondLst>
                                  <p:childTnLst>
                                    <p:set>
                                      <p:cBhvr>
                                        <p:cTn id="128" dur="1" fill="hold">
                                          <p:stCondLst>
                                            <p:cond delay="0"/>
                                          </p:stCondLst>
                                        </p:cTn>
                                        <p:tgtEl>
                                          <p:spTgt spid="31">
                                            <p:txEl>
                                              <p:pRg st="5" end="5"/>
                                            </p:txEl>
                                          </p:spTgt>
                                        </p:tgtEl>
                                        <p:attrNameLst>
                                          <p:attrName>style.visibility</p:attrName>
                                        </p:attrNameLst>
                                      </p:cBhvr>
                                      <p:to>
                                        <p:strVal val="visible"/>
                                      </p:to>
                                    </p:set>
                                    <p:animEffect filter="dissolve" transition="in">
                                      <p:cBhvr additive="repl">
                                        <p:cTn id="129" dur="500"/>
                                        <p:tgtEl>
                                          <p:spTgt spid="31">
                                            <p:txEl>
                                              <p:pRg st="5" end="5"/>
                                            </p:txEl>
                                          </p:spTgt>
                                        </p:tgtEl>
                                      </p:cBhvr>
                                    </p:animEffect>
                                  </p:childTnLst>
                                </p:cTn>
                              </p:par>
                            </p:childTnLst>
                          </p:cTn>
                        </p:par>
                      </p:childTnLst>
                    </p:cTn>
                  </p:par>
                  <p:par>
                    <p:cTn id="130" fill="hold">
                      <p:stCondLst>
                        <p:cond delay="indefinite"/>
                      </p:stCondLst>
                      <p:childTnLst>
                        <p:par>
                          <p:cTn id="131" fill="hold">
                            <p:stCondLst>
                              <p:cond delay="0"/>
                            </p:stCondLst>
                            <p:childTnLst>
                              <p:par>
                                <p:cTn id="132" nodeType="clickEffect" fill="hold" presetClass="entr" presetID="9">
                                  <p:stCondLst>
                                    <p:cond delay="0"/>
                                  </p:stCondLst>
                                  <p:childTnLst>
                                    <p:set>
                                      <p:cBhvr>
                                        <p:cTn id="133" dur="1" fill="hold">
                                          <p:stCondLst>
                                            <p:cond delay="0"/>
                                          </p:stCondLst>
                                        </p:cTn>
                                        <p:tgtEl>
                                          <p:spTgt spid="31">
                                            <p:txEl>
                                              <p:pRg st="6" end="6"/>
                                            </p:txEl>
                                          </p:spTgt>
                                        </p:tgtEl>
                                        <p:attrNameLst>
                                          <p:attrName>style.visibility</p:attrName>
                                        </p:attrNameLst>
                                      </p:cBhvr>
                                      <p:to>
                                        <p:strVal val="visible"/>
                                      </p:to>
                                    </p:set>
                                    <p:animEffect filter="dissolve" transition="in">
                                      <p:cBhvr additive="repl">
                                        <p:cTn id="134" dur="500"/>
                                        <p:tgtEl>
                                          <p:spTgt spid="31">
                                            <p:txEl>
                                              <p:pRg st="6" end="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1981080" y="228600"/>
            <a:ext cx="8229240" cy="1050480"/>
          </a:xfrm>
          <a:prstGeom prst="rect">
            <a:avLst/>
          </a:prstGeom>
          <a:noFill/>
          <a:ln w="0">
            <a:noFill/>
          </a:ln>
        </p:spPr>
        <p:txBody>
          <a:bodyPr lIns="91440" rIns="91440" tIns="45720" bIns="0" anchor="ctr">
            <a:noAutofit/>
          </a:bodyPr>
          <a:p>
            <a:pPr indent="0" algn="ctr" defTabSz="914400">
              <a:lnSpc>
                <a:spcPct val="80000"/>
              </a:lnSpc>
              <a:buNone/>
            </a:pPr>
            <a:r>
              <a:rPr b="1" lang="en-US" sz="4800" spc="97" strike="noStrike">
                <a:solidFill>
                  <a:schemeClr val="lt1"/>
                </a:solidFill>
                <a:latin typeface="Garamond"/>
              </a:rPr>
              <a:t>Marginal Utility</a:t>
            </a:r>
            <a:endParaRPr b="0" lang="en-US" sz="4800" spc="-1" strike="noStrike">
              <a:solidFill>
                <a:schemeClr val="dk1"/>
              </a:solidFill>
              <a:latin typeface="Arial"/>
            </a:endParaRPr>
          </a:p>
        </p:txBody>
      </p:sp>
      <p:sp>
        <p:nvSpPr>
          <p:cNvPr id="35" name="PlaceHolder 2"/>
          <p:cNvSpPr>
            <a:spLocks noGrp="1"/>
          </p:cNvSpPr>
          <p:nvPr>
            <p:ph/>
          </p:nvPr>
        </p:nvSpPr>
        <p:spPr>
          <a:xfrm>
            <a:off x="1935000" y="1279440"/>
            <a:ext cx="8457840" cy="1692000"/>
          </a:xfrm>
          <a:prstGeom prst="rect">
            <a:avLst/>
          </a:prstGeom>
          <a:noFill/>
          <a:ln w="0">
            <a:noFill/>
          </a:ln>
        </p:spPr>
        <p:txBody>
          <a:bodyPr lIns="45720" rIns="45720" tIns="45720" bIns="45720" anchor="t">
            <a:noAutofit/>
          </a:bodyPr>
          <a:p>
            <a:pPr indent="0" defTabSz="914400">
              <a:lnSpc>
                <a:spcPct val="90000"/>
              </a:lnSpc>
              <a:spcBef>
                <a:spcPts val="1199"/>
              </a:spcBef>
              <a:spcAft>
                <a:spcPts val="201"/>
              </a:spcAft>
              <a:buNone/>
              <a:tabLst>
                <a:tab algn="l" pos="0"/>
              </a:tabLst>
            </a:pPr>
            <a:r>
              <a:rPr b="0" lang="en-US" sz="2400" spc="-1" strike="noStrike">
                <a:solidFill>
                  <a:srgbClr val="ffffff"/>
                </a:solidFill>
                <a:latin typeface="Arial Regular"/>
              </a:rPr>
              <a:t>Most of the time, the utility an action or resource provides will decrease as we perform the action or obtain more of the resource. This is known as </a:t>
            </a:r>
            <a:r>
              <a:rPr b="1" lang="en-US" sz="2400" spc="-1" strike="noStrike">
                <a:solidFill>
                  <a:srgbClr val="00ff00"/>
                </a:solidFill>
                <a:latin typeface="Arial Regular"/>
              </a:rPr>
              <a:t>marginal</a:t>
            </a:r>
            <a:r>
              <a:rPr b="0" lang="en-US" sz="2400" spc="-1" strike="noStrike">
                <a:solidFill>
                  <a:srgbClr val="ffffff"/>
                </a:solidFill>
                <a:latin typeface="Arial Regular"/>
              </a:rPr>
              <a:t> utility. In some cases, this may even cause </a:t>
            </a:r>
            <a:r>
              <a:rPr b="0" lang="en-US" sz="2400" spc="-1" strike="noStrike" u="sng">
                <a:solidFill>
                  <a:srgbClr val="ffffff"/>
                </a:solidFill>
                <a:uFillTx/>
                <a:latin typeface="Arial Regular"/>
              </a:rPr>
              <a:t>negative</a:t>
            </a:r>
            <a:r>
              <a:rPr b="0" lang="en-US" sz="2400" spc="-1" strike="noStrike">
                <a:solidFill>
                  <a:srgbClr val="ffffff"/>
                </a:solidFill>
                <a:latin typeface="Arial Regular"/>
              </a:rPr>
              <a:t> utility. </a:t>
            </a:r>
            <a:endParaRPr b="0" lang="en-US" sz="2400" spc="-1" strike="noStrike">
              <a:solidFill>
                <a:srgbClr val="ffffff"/>
              </a:solidFill>
              <a:latin typeface="Arial Regular"/>
            </a:endParaRPr>
          </a:p>
          <a:p>
            <a:pPr indent="0" defTabSz="914400">
              <a:lnSpc>
                <a:spcPct val="90000"/>
              </a:lnSpc>
              <a:spcBef>
                <a:spcPts val="1199"/>
              </a:spcBef>
              <a:spcAft>
                <a:spcPts val="201"/>
              </a:spcAft>
              <a:buNone/>
              <a:tabLst>
                <a:tab algn="l" pos="0"/>
              </a:tabLst>
            </a:pPr>
            <a:endParaRPr b="0" lang="en-US" sz="2400" spc="-1" strike="noStrike">
              <a:solidFill>
                <a:srgbClr val="ffffff"/>
              </a:solidFill>
              <a:latin typeface="Arial Regular"/>
            </a:endParaRPr>
          </a:p>
          <a:p>
            <a:pPr indent="0" defTabSz="914400">
              <a:lnSpc>
                <a:spcPct val="90000"/>
              </a:lnSpc>
              <a:spcBef>
                <a:spcPts val="1199"/>
              </a:spcBef>
              <a:spcAft>
                <a:spcPts val="201"/>
              </a:spcAft>
              <a:buNone/>
              <a:tabLst>
                <a:tab algn="l" pos="0"/>
              </a:tabLst>
            </a:pPr>
            <a:endParaRPr b="0" lang="en-US" sz="2400" spc="-1" strike="noStrike">
              <a:solidFill>
                <a:srgbClr val="ffffff"/>
              </a:solidFill>
              <a:latin typeface="Arial Regular"/>
            </a:endParaRPr>
          </a:p>
        </p:txBody>
      </p:sp>
      <p:grpSp>
        <p:nvGrpSpPr>
          <p:cNvPr id="36" name="Group 59"/>
          <p:cNvGrpSpPr/>
          <p:nvPr/>
        </p:nvGrpSpPr>
        <p:grpSpPr>
          <a:xfrm>
            <a:off x="1497960" y="3200400"/>
            <a:ext cx="8255520" cy="2980800"/>
            <a:chOff x="1497960" y="3200400"/>
            <a:chExt cx="8255520" cy="2980800"/>
          </a:xfrm>
        </p:grpSpPr>
        <p:sp>
          <p:nvSpPr>
            <p:cNvPr id="37" name="Rectangle 26"/>
            <p:cNvSpPr/>
            <p:nvPr/>
          </p:nvSpPr>
          <p:spPr>
            <a:xfrm>
              <a:off x="2048040" y="3200400"/>
              <a:ext cx="3871440" cy="1496520"/>
            </a:xfrm>
            <a:prstGeom prst="rect">
              <a:avLst/>
            </a:prstGeom>
            <a:solidFill>
              <a:schemeClr val="bg1">
                <a:lumMod val="75000"/>
              </a:schemeClr>
            </a:solid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1" lang="en-US" sz="3200" spc="-1" strike="noStrike" u="sng">
                <a:solidFill>
                  <a:srgbClr val="ffffff"/>
                </a:solidFill>
                <a:uFillTx/>
                <a:latin typeface="Garamond"/>
              </a:endParaRPr>
            </a:p>
          </p:txBody>
        </p:sp>
        <p:sp>
          <p:nvSpPr>
            <p:cNvPr id="38" name="Arc 40"/>
            <p:cNvSpPr/>
            <p:nvPr/>
          </p:nvSpPr>
          <p:spPr>
            <a:xfrm flipH="1">
              <a:off x="2048040" y="3200400"/>
              <a:ext cx="7705440" cy="2980800"/>
            </a:xfrm>
            <a:prstGeom prst="arc">
              <a:avLst>
                <a:gd name="adj1" fmla="val 16200000"/>
                <a:gd name="adj2" fmla="val 0"/>
              </a:avLst>
            </a:prstGeom>
            <a:solidFill>
              <a:schemeClr val="accent2">
                <a:lumMod val="50000"/>
              </a:schemeClr>
            </a:solidFill>
            <a:ln w="9525">
              <a:solidFill>
                <a:srgbClr val="000000"/>
              </a:solidFill>
              <a:round/>
            </a:ln>
          </p:spPr>
          <p:style>
            <a:lnRef idx="0"/>
            <a:fillRef idx="0"/>
            <a:effectRef idx="0"/>
            <a:fontRef idx="minor"/>
          </p:style>
          <p:txBody>
            <a:bodyPr lIns="90000" rIns="90000" tIns="45000" bIns="45000" anchor="t">
              <a:noAutofit/>
            </a:bodyPr>
            <a:p>
              <a:pPr defTabSz="457200">
                <a:lnSpc>
                  <a:spcPct val="100000"/>
                </a:lnSpc>
              </a:pPr>
              <a:endParaRPr b="1" lang="en-US" sz="3200" spc="-1" strike="noStrike" u="sng">
                <a:solidFill>
                  <a:srgbClr val="00ff00"/>
                </a:solidFill>
                <a:uFillTx/>
                <a:latin typeface="Garamond"/>
              </a:endParaRPr>
            </a:p>
          </p:txBody>
        </p:sp>
        <p:sp>
          <p:nvSpPr>
            <p:cNvPr id="39" name="TextBox 47"/>
            <p:cNvSpPr/>
            <p:nvPr/>
          </p:nvSpPr>
          <p:spPr>
            <a:xfrm rot="10800000">
              <a:off x="1497960" y="3565800"/>
              <a:ext cx="492120" cy="968040"/>
            </a:xfrm>
            <a:prstGeom prst="rect">
              <a:avLst/>
            </a:prstGeom>
            <a:noFill/>
            <a:ln w="0">
              <a:noFill/>
            </a:ln>
          </p:spPr>
          <p:style>
            <a:lnRef idx="0"/>
            <a:fillRef idx="0"/>
            <a:effectRef idx="0"/>
            <a:fontRef idx="minor"/>
          </p:style>
          <p:txBody>
            <a:bodyPr lIns="45000" rIns="45000" tIns="90000" bIns="90000" anchor="t" vert="eaVert">
              <a:noAutofit/>
            </a:bodyPr>
            <a:p>
              <a:pPr defTabSz="457200">
                <a:lnSpc>
                  <a:spcPct val="100000"/>
                </a:lnSpc>
              </a:pPr>
              <a:r>
                <a:rPr b="0" lang="en-US" sz="2000" spc="-1" strike="noStrike">
                  <a:solidFill>
                    <a:schemeClr val="lt1"/>
                  </a:solidFill>
                  <a:latin typeface="Garamond"/>
                  <a:ea typeface="ＭＳ Ｐゴシック"/>
                </a:rPr>
                <a:t>Utility</a:t>
              </a:r>
              <a:endParaRPr b="0" lang="en-US" sz="2000" spc="-1" strike="noStrike">
                <a:solidFill>
                  <a:srgbClr val="ffffff"/>
                </a:solidFill>
                <a:latin typeface="Arial"/>
              </a:endParaRPr>
            </a:p>
          </p:txBody>
        </p:sp>
        <p:sp>
          <p:nvSpPr>
            <p:cNvPr id="40" name="TextBox 48"/>
            <p:cNvSpPr/>
            <p:nvPr/>
          </p:nvSpPr>
          <p:spPr>
            <a:xfrm rot="16200000">
              <a:off x="3670560" y="2945160"/>
              <a:ext cx="492120" cy="3871440"/>
            </a:xfrm>
            <a:prstGeom prst="rect">
              <a:avLst/>
            </a:prstGeom>
            <a:noFill/>
            <a:ln w="0">
              <a:noFill/>
            </a:ln>
          </p:spPr>
          <p:style>
            <a:lnRef idx="0"/>
            <a:fillRef idx="0"/>
            <a:effectRef idx="0"/>
            <a:fontRef idx="minor"/>
          </p:style>
          <p:txBody>
            <a:bodyPr lIns="45000" rIns="45000" tIns="90000" bIns="90000" anchor="t" vert="eaVert">
              <a:noAutofit/>
            </a:bodyPr>
            <a:p>
              <a:pPr defTabSz="457200">
                <a:lnSpc>
                  <a:spcPct val="100000"/>
                </a:lnSpc>
              </a:pPr>
              <a:r>
                <a:rPr b="0" lang="en-US" sz="2000" spc="-1" strike="noStrike">
                  <a:solidFill>
                    <a:schemeClr val="lt1"/>
                  </a:solidFill>
                  <a:latin typeface="Garamond"/>
                  <a:ea typeface="ＭＳ Ｐゴシック"/>
                </a:rPr>
                <a:t>Grunt Units</a:t>
              </a:r>
              <a:endParaRPr b="0" lang="en-US" sz="2000" spc="-1" strike="noStrike">
                <a:solidFill>
                  <a:srgbClr val="ffffff"/>
                </a:solidFill>
                <a:latin typeface="Arial"/>
              </a:endParaRPr>
            </a:p>
          </p:txBody>
        </p:sp>
        <p:cxnSp>
          <p:nvCxnSpPr>
            <p:cNvPr id="41" name="Straight Arrow Connector 50"/>
            <p:cNvCxnSpPr/>
            <p:nvPr/>
          </p:nvCxnSpPr>
          <p:spPr>
            <a:xfrm>
              <a:off x="3489480" y="4891320"/>
              <a:ext cx="2439720" cy="1800"/>
            </a:xfrm>
            <a:prstGeom prst="straightConnector1">
              <a:avLst/>
            </a:prstGeom>
            <a:ln w="25400">
              <a:solidFill>
                <a:srgbClr val="00ff00"/>
              </a:solidFill>
              <a:round/>
              <a:tailEnd len="med" type="arrow" w="med"/>
            </a:ln>
          </p:spPr>
        </p:cxnSp>
        <p:cxnSp>
          <p:nvCxnSpPr>
            <p:cNvPr id="42" name="Straight Arrow Connector 51"/>
            <p:cNvCxnSpPr/>
            <p:nvPr/>
          </p:nvCxnSpPr>
          <p:spPr>
            <a:xfrm flipV="1">
              <a:off x="1888920" y="3200400"/>
              <a:ext cx="1800" cy="503640"/>
            </a:xfrm>
            <a:prstGeom prst="straightConnector1">
              <a:avLst/>
            </a:prstGeom>
            <a:ln w="25400">
              <a:solidFill>
                <a:srgbClr val="00ff00"/>
              </a:solidFill>
              <a:round/>
              <a:tailEnd len="med" type="arrow" w="med"/>
            </a:ln>
          </p:spPr>
        </p:cxnSp>
      </p:grpSp>
      <p:grpSp>
        <p:nvGrpSpPr>
          <p:cNvPr id="43" name="Group 61"/>
          <p:cNvGrpSpPr/>
          <p:nvPr/>
        </p:nvGrpSpPr>
        <p:grpSpPr>
          <a:xfrm>
            <a:off x="5923800" y="3200400"/>
            <a:ext cx="4378680" cy="2999880"/>
            <a:chOff x="5923800" y="3200400"/>
            <a:chExt cx="4378680" cy="2999880"/>
          </a:xfrm>
        </p:grpSpPr>
        <p:sp>
          <p:nvSpPr>
            <p:cNvPr id="44" name="Rectangle 41"/>
            <p:cNvSpPr/>
            <p:nvPr/>
          </p:nvSpPr>
          <p:spPr>
            <a:xfrm>
              <a:off x="6394320" y="3200400"/>
              <a:ext cx="3908160" cy="1506240"/>
            </a:xfrm>
            <a:prstGeom prst="rect">
              <a:avLst/>
            </a:prstGeom>
            <a:solidFill>
              <a:schemeClr val="bg1">
                <a:lumMod val="75000"/>
              </a:schemeClr>
            </a:solid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1" lang="en-US" sz="3200" spc="-1" strike="noStrike" u="sng">
                <a:solidFill>
                  <a:srgbClr val="ffffff"/>
                </a:solidFill>
                <a:uFillTx/>
                <a:latin typeface="Garamond"/>
              </a:endParaRPr>
            </a:p>
          </p:txBody>
        </p:sp>
        <p:sp>
          <p:nvSpPr>
            <p:cNvPr id="45" name="Arc 46"/>
            <p:cNvSpPr/>
            <p:nvPr/>
          </p:nvSpPr>
          <p:spPr>
            <a:xfrm>
              <a:off x="6394320" y="3200400"/>
              <a:ext cx="3908160" cy="2999880"/>
            </a:xfrm>
            <a:prstGeom prst="arc">
              <a:avLst>
                <a:gd name="adj1" fmla="val 10796820"/>
                <a:gd name="adj2" fmla="val 21595281"/>
              </a:avLst>
            </a:prstGeom>
            <a:solidFill>
              <a:schemeClr val="accent2">
                <a:lumMod val="50000"/>
              </a:schemeClr>
            </a:solidFill>
            <a:ln w="9525">
              <a:solidFill>
                <a:srgbClr val="000000"/>
              </a:solidFill>
              <a:round/>
            </a:ln>
          </p:spPr>
          <p:style>
            <a:lnRef idx="0"/>
            <a:fillRef idx="0"/>
            <a:effectRef idx="0"/>
            <a:fontRef idx="minor"/>
          </p:style>
          <p:txBody>
            <a:bodyPr lIns="90000" rIns="90000" tIns="45000" bIns="45000" anchor="t">
              <a:noAutofit/>
            </a:bodyPr>
            <a:p>
              <a:pPr defTabSz="457200">
                <a:lnSpc>
                  <a:spcPct val="100000"/>
                </a:lnSpc>
              </a:pPr>
              <a:endParaRPr b="1" lang="en-US" sz="3200" spc="-1" strike="noStrike" u="sng">
                <a:solidFill>
                  <a:srgbClr val="00ff00"/>
                </a:solidFill>
                <a:uFillTx/>
                <a:latin typeface="Garamond"/>
              </a:endParaRPr>
            </a:p>
          </p:txBody>
        </p:sp>
        <p:sp>
          <p:nvSpPr>
            <p:cNvPr id="46" name="TextBox 54"/>
            <p:cNvSpPr/>
            <p:nvPr/>
          </p:nvSpPr>
          <p:spPr>
            <a:xfrm rot="16200000">
              <a:off x="8032320" y="2919600"/>
              <a:ext cx="492120" cy="3908160"/>
            </a:xfrm>
            <a:prstGeom prst="rect">
              <a:avLst/>
            </a:prstGeom>
            <a:noFill/>
            <a:ln w="0">
              <a:noFill/>
            </a:ln>
          </p:spPr>
          <p:style>
            <a:lnRef idx="0"/>
            <a:fillRef idx="0"/>
            <a:effectRef idx="0"/>
            <a:fontRef idx="minor"/>
          </p:style>
          <p:txBody>
            <a:bodyPr lIns="45000" rIns="45000" tIns="90000" bIns="90000" anchor="t" vert="eaVert">
              <a:noAutofit/>
            </a:bodyPr>
            <a:p>
              <a:pPr defTabSz="457200">
                <a:lnSpc>
                  <a:spcPct val="100000"/>
                </a:lnSpc>
              </a:pPr>
              <a:r>
                <a:rPr b="0" lang="en-US" sz="2000" spc="-1" strike="noStrike">
                  <a:solidFill>
                    <a:schemeClr val="lt1"/>
                  </a:solidFill>
                  <a:latin typeface="Garamond"/>
                  <a:ea typeface="ＭＳ Ｐゴシック"/>
                </a:rPr>
                <a:t>Grunt Units</a:t>
              </a:r>
              <a:endParaRPr b="0" lang="en-US" sz="2000" spc="-1" strike="noStrike">
                <a:solidFill>
                  <a:srgbClr val="ffffff"/>
                </a:solidFill>
                <a:latin typeface="Arial"/>
              </a:endParaRPr>
            </a:p>
          </p:txBody>
        </p:sp>
        <p:cxnSp>
          <p:nvCxnSpPr>
            <p:cNvPr id="47" name="Straight Arrow Connector 55"/>
            <p:cNvCxnSpPr/>
            <p:nvPr/>
          </p:nvCxnSpPr>
          <p:spPr>
            <a:xfrm>
              <a:off x="7833960" y="4892040"/>
              <a:ext cx="2462040" cy="1800"/>
            </a:xfrm>
            <a:prstGeom prst="straightConnector1">
              <a:avLst/>
            </a:prstGeom>
            <a:ln w="25400">
              <a:solidFill>
                <a:srgbClr val="00ff00"/>
              </a:solidFill>
              <a:round/>
              <a:tailEnd len="med" type="arrow" w="med"/>
            </a:ln>
          </p:spPr>
        </p:cxnSp>
        <p:sp>
          <p:nvSpPr>
            <p:cNvPr id="48" name="TextBox 56"/>
            <p:cNvSpPr/>
            <p:nvPr/>
          </p:nvSpPr>
          <p:spPr>
            <a:xfrm rot="10800000">
              <a:off x="5923800" y="3557880"/>
              <a:ext cx="492120" cy="972720"/>
            </a:xfrm>
            <a:prstGeom prst="rect">
              <a:avLst/>
            </a:prstGeom>
            <a:noFill/>
            <a:ln w="0">
              <a:noFill/>
            </a:ln>
          </p:spPr>
          <p:style>
            <a:lnRef idx="0"/>
            <a:fillRef idx="0"/>
            <a:effectRef idx="0"/>
            <a:fontRef idx="minor"/>
          </p:style>
          <p:txBody>
            <a:bodyPr lIns="45000" rIns="45000" tIns="90000" bIns="90000" anchor="t" vert="eaVert">
              <a:noAutofit/>
            </a:bodyPr>
            <a:p>
              <a:pPr defTabSz="457200">
                <a:lnSpc>
                  <a:spcPct val="100000"/>
                </a:lnSpc>
              </a:pPr>
              <a:r>
                <a:rPr b="0" lang="en-US" sz="2000" spc="-1" strike="noStrike">
                  <a:solidFill>
                    <a:schemeClr val="lt1"/>
                  </a:solidFill>
                  <a:latin typeface="Garamond"/>
                  <a:ea typeface="ＭＳ Ｐゴシック"/>
                </a:rPr>
                <a:t>Utility</a:t>
              </a:r>
              <a:endParaRPr b="0" lang="en-US" sz="2000" spc="-1" strike="noStrike">
                <a:solidFill>
                  <a:srgbClr val="ffffff"/>
                </a:solidFill>
                <a:latin typeface="Arial"/>
              </a:endParaRPr>
            </a:p>
          </p:txBody>
        </p:sp>
        <p:cxnSp>
          <p:nvCxnSpPr>
            <p:cNvPr id="49" name="Straight Arrow Connector 57"/>
            <p:cNvCxnSpPr/>
            <p:nvPr/>
          </p:nvCxnSpPr>
          <p:spPr>
            <a:xfrm flipV="1">
              <a:off x="6228000" y="3200400"/>
              <a:ext cx="1800" cy="506880"/>
            </a:xfrm>
            <a:prstGeom prst="straightConnector1">
              <a:avLst/>
            </a:prstGeom>
            <a:ln w="25400">
              <a:solidFill>
                <a:srgbClr val="00ff00"/>
              </a:solidFill>
              <a:round/>
              <a:tailEnd len="med" type="arrow" w="med"/>
            </a:ln>
          </p:spPr>
        </p:cxnSp>
      </p:grpSp>
      <p:sp>
        <p:nvSpPr>
          <p:cNvPr id="50" name="Rectangle 13"/>
          <p:cNvSpPr/>
          <p:nvPr/>
        </p:nvSpPr>
        <p:spPr>
          <a:xfrm>
            <a:off x="1935000" y="5303880"/>
            <a:ext cx="8275320" cy="1233000"/>
          </a:xfrm>
          <a:prstGeom prst="rect">
            <a:avLst/>
          </a:prstGeom>
          <a:noFill/>
          <a:ln w="9525">
            <a:noFill/>
          </a:ln>
        </p:spPr>
        <p:style>
          <a:lnRef idx="0"/>
          <a:fillRef idx="0"/>
          <a:effectRef idx="0"/>
          <a:fontRef idx="minor"/>
        </p:style>
        <p:txBody>
          <a:bodyPr lIns="90000" rIns="90000" tIns="45000" bIns="45000" anchor="t">
            <a:noAutofit/>
          </a:bodyPr>
          <a:p>
            <a:pPr defTabSz="457200">
              <a:lnSpc>
                <a:spcPct val="100000"/>
              </a:lnSpc>
              <a:spcBef>
                <a:spcPts val="479"/>
              </a:spcBef>
              <a:tabLst>
                <a:tab algn="l" pos="0"/>
              </a:tabLst>
            </a:pPr>
            <a:r>
              <a:rPr b="0" lang="en-US" sz="2400" spc="-1" strike="noStrike">
                <a:solidFill>
                  <a:schemeClr val="lt1"/>
                </a:solidFill>
                <a:latin typeface="Garamond"/>
                <a:ea typeface="ＭＳ Ｐゴシック"/>
              </a:rPr>
              <a:t>Many types of utility curves are possible. These curves are called </a:t>
            </a:r>
            <a:r>
              <a:rPr b="1" lang="en-US" sz="2400" spc="-1" strike="noStrike">
                <a:solidFill>
                  <a:srgbClr val="00ff00"/>
                </a:solidFill>
                <a:latin typeface="Garamond"/>
                <a:ea typeface="ＭＳ Ｐゴシック"/>
              </a:rPr>
              <a:t>response curves</a:t>
            </a:r>
            <a:r>
              <a:rPr b="0" lang="en-US" sz="2400" spc="-1" strike="noStrike">
                <a:solidFill>
                  <a:schemeClr val="lt1"/>
                </a:solidFill>
                <a:latin typeface="Garamond"/>
                <a:ea typeface="ＭＳ Ｐゴシック"/>
              </a:rPr>
              <a:t>.</a:t>
            </a:r>
            <a:endParaRPr b="0" lang="en-US" sz="2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PlaceHolder 1"/>
          <p:cNvSpPr>
            <a:spLocks noGrp="1"/>
          </p:cNvSpPr>
          <p:nvPr>
            <p:ph type="title"/>
          </p:nvPr>
        </p:nvSpPr>
        <p:spPr>
          <a:xfrm>
            <a:off x="468720" y="555480"/>
            <a:ext cx="11254320" cy="691200"/>
          </a:xfrm>
          <a:prstGeom prst="rect">
            <a:avLst/>
          </a:prstGeom>
          <a:noFill/>
          <a:ln w="0">
            <a:noFill/>
          </a:ln>
        </p:spPr>
        <p:txBody>
          <a:bodyPr lIns="91440" rIns="91440" tIns="45720" bIns="0" anchor="ctr">
            <a:noAutofit/>
          </a:bodyPr>
          <a:p>
            <a:pPr indent="0" algn="ctr" defTabSz="914400">
              <a:lnSpc>
                <a:spcPct val="80000"/>
              </a:lnSpc>
              <a:buNone/>
            </a:pPr>
            <a:r>
              <a:rPr b="1" lang="en-US" sz="4800" spc="97" strike="noStrike">
                <a:solidFill>
                  <a:schemeClr val="lt1"/>
                </a:solidFill>
                <a:latin typeface="Garamond"/>
              </a:rPr>
              <a:t>Cost of Time</a:t>
            </a:r>
            <a:endParaRPr b="0" lang="en-US" sz="4800" spc="-1" strike="noStrike">
              <a:solidFill>
                <a:schemeClr val="dk1"/>
              </a:solidFill>
              <a:latin typeface="Arial"/>
            </a:endParaRPr>
          </a:p>
        </p:txBody>
      </p:sp>
      <p:sp>
        <p:nvSpPr>
          <p:cNvPr id="52" name="PlaceHolder 2"/>
          <p:cNvSpPr>
            <a:spLocks noGrp="1"/>
          </p:cNvSpPr>
          <p:nvPr>
            <p:ph/>
          </p:nvPr>
        </p:nvSpPr>
        <p:spPr>
          <a:xfrm>
            <a:off x="633240" y="1431000"/>
            <a:ext cx="10924920" cy="4848480"/>
          </a:xfrm>
          <a:prstGeom prst="rect">
            <a:avLst/>
          </a:prstGeom>
          <a:noFill/>
          <a:ln w="0">
            <a:noFill/>
          </a:ln>
        </p:spPr>
        <p:txBody>
          <a:bodyPr lIns="45720" rIns="45720" tIns="45720" bIns="45720" anchor="t">
            <a:normAutofit/>
          </a:bodyPr>
          <a:p>
            <a:pPr indent="0" algn="just" defTabSz="914400">
              <a:lnSpc>
                <a:spcPct val="90000"/>
              </a:lnSpc>
              <a:spcBef>
                <a:spcPts val="1199"/>
              </a:spcBef>
              <a:spcAft>
                <a:spcPts val="201"/>
              </a:spcAft>
              <a:buNone/>
              <a:tabLst>
                <a:tab algn="l" pos="0"/>
              </a:tabLst>
            </a:pPr>
            <a:r>
              <a:rPr b="0" lang="en-US" sz="2800" spc="-1" strike="noStrike">
                <a:solidFill>
                  <a:srgbClr val="ffffff"/>
                </a:solidFill>
                <a:latin typeface="Arial Regular"/>
                <a:ea typeface="ＭＳ Ｐゴシック"/>
              </a:rPr>
              <a:t>Beyond other resources, all actions require a certain amount of time to execute. As time is limited, it should also be considered in any cost calculation.</a:t>
            </a:r>
            <a:endParaRPr b="0" lang="en-US" sz="2800" spc="-1" strike="noStrike">
              <a:solidFill>
                <a:srgbClr val="ffffff"/>
              </a:solidFill>
              <a:latin typeface="Arial Regular"/>
            </a:endParaRPr>
          </a:p>
          <a:p>
            <a:pPr indent="0" defTabSz="914400">
              <a:lnSpc>
                <a:spcPct val="90000"/>
              </a:lnSpc>
              <a:spcBef>
                <a:spcPts val="1199"/>
              </a:spcBef>
              <a:spcAft>
                <a:spcPts val="201"/>
              </a:spcAft>
              <a:buNone/>
              <a:tabLst>
                <a:tab algn="l" pos="0"/>
              </a:tabLst>
            </a:pPr>
            <a:endParaRPr b="0" lang="en-US" sz="2800" spc="-1" strike="noStrike">
              <a:solidFill>
                <a:srgbClr val="ffffff"/>
              </a:solidFill>
              <a:latin typeface="Arial Regular"/>
            </a:endParaRPr>
          </a:p>
          <a:p>
            <a:pPr indent="0" defTabSz="914400">
              <a:lnSpc>
                <a:spcPct val="90000"/>
              </a:lnSpc>
              <a:spcBef>
                <a:spcPts val="1199"/>
              </a:spcBef>
              <a:spcAft>
                <a:spcPts val="201"/>
              </a:spcAft>
              <a:buNone/>
              <a:tabLst>
                <a:tab algn="l" pos="0"/>
              </a:tabLst>
            </a:pPr>
            <a:endParaRPr b="0" lang="en-US" sz="2800" spc="-1" strike="noStrike">
              <a:solidFill>
                <a:srgbClr val="ffffff"/>
              </a:solidFill>
              <a:latin typeface="Arial Regular"/>
            </a:endParaRPr>
          </a:p>
          <a:p>
            <a:pPr indent="0" defTabSz="914400">
              <a:lnSpc>
                <a:spcPct val="90000"/>
              </a:lnSpc>
              <a:spcBef>
                <a:spcPts val="1199"/>
              </a:spcBef>
              <a:spcAft>
                <a:spcPts val="201"/>
              </a:spcAft>
              <a:buNone/>
              <a:tabLst>
                <a:tab algn="l" pos="0"/>
              </a:tabLst>
            </a:pPr>
            <a:r>
              <a:rPr b="0" lang="en-US" sz="2800" spc="-1" strike="noStrike" u="sng">
                <a:solidFill>
                  <a:srgbClr val="ffffff"/>
                </a:solidFill>
                <a:uFillTx/>
                <a:latin typeface="Arial Regular"/>
                <a:ea typeface="ＭＳ Ｐゴシック"/>
              </a:rPr>
              <a:t>When choosing an action, we should ask…</a:t>
            </a:r>
            <a:endParaRPr b="0" lang="en-US" sz="2800" spc="-1" strike="noStrike">
              <a:solidFill>
                <a:srgbClr val="ffffff"/>
              </a:solidFill>
              <a:latin typeface="Arial Regular"/>
            </a:endParaRPr>
          </a:p>
          <a:p>
            <a:pPr lvl="1" defTabSz="914400">
              <a:lnSpc>
                <a:spcPct val="90000"/>
              </a:lnSpc>
              <a:spcBef>
                <a:spcPts val="201"/>
              </a:spcBef>
              <a:spcAft>
                <a:spcPts val="400"/>
              </a:spcAft>
              <a:buClr>
                <a:srgbClr val="ffc000"/>
              </a:buClr>
              <a:buFont typeface="Arial"/>
              <a:buChar char="•"/>
              <a:tabLst>
                <a:tab algn="l" pos="0"/>
              </a:tabLst>
            </a:pPr>
            <a:r>
              <a:rPr b="0" lang="en-US" sz="2800" spc="-1" strike="noStrike">
                <a:solidFill>
                  <a:srgbClr val="ffffff"/>
                </a:solidFill>
                <a:latin typeface="Arial Regular"/>
                <a:ea typeface="ＭＳ Ｐゴシック"/>
              </a:rPr>
              <a:t> </a:t>
            </a:r>
            <a:r>
              <a:rPr b="0" lang="en-US" sz="2800" spc="-1" strike="noStrike">
                <a:solidFill>
                  <a:srgbClr val="ffffff"/>
                </a:solidFill>
                <a:latin typeface="Arial Regular"/>
                <a:ea typeface="ＭＳ Ｐゴシック"/>
              </a:rPr>
              <a:t>What is the utility of the action and resource cost?</a:t>
            </a:r>
            <a:endParaRPr b="0" lang="en-US" sz="2800" spc="-1" strike="noStrike">
              <a:solidFill>
                <a:srgbClr val="ffffff"/>
              </a:solidFill>
              <a:latin typeface="Arial Regular"/>
            </a:endParaRPr>
          </a:p>
          <a:p>
            <a:pPr lvl="1" defTabSz="914400">
              <a:lnSpc>
                <a:spcPct val="90000"/>
              </a:lnSpc>
              <a:spcBef>
                <a:spcPts val="201"/>
              </a:spcBef>
              <a:spcAft>
                <a:spcPts val="400"/>
              </a:spcAft>
              <a:buClr>
                <a:srgbClr val="ffc000"/>
              </a:buClr>
              <a:buFont typeface="Arial"/>
              <a:buChar char="•"/>
              <a:tabLst>
                <a:tab algn="l" pos="0"/>
              </a:tabLst>
            </a:pPr>
            <a:r>
              <a:rPr b="0" lang="en-US" sz="2800" spc="-1" strike="noStrike">
                <a:solidFill>
                  <a:srgbClr val="ffffff"/>
                </a:solidFill>
                <a:latin typeface="Arial Regular"/>
                <a:ea typeface="ＭＳ Ｐゴシック"/>
              </a:rPr>
              <a:t> </a:t>
            </a:r>
            <a:r>
              <a:rPr b="0" lang="en-US" sz="2800" spc="-1" strike="noStrike">
                <a:solidFill>
                  <a:srgbClr val="ffffff"/>
                </a:solidFill>
                <a:latin typeface="Arial Regular"/>
                <a:ea typeface="ＭＳ Ｐゴシック"/>
              </a:rPr>
              <a:t>What is the cost in terms of time?</a:t>
            </a:r>
            <a:endParaRPr b="0" lang="en-US" sz="2800" spc="-1" strike="noStrike">
              <a:solidFill>
                <a:srgbClr val="ffffff"/>
              </a:solidFill>
              <a:latin typeface="Arial Regular"/>
            </a:endParaRPr>
          </a:p>
          <a:p>
            <a:pPr lvl="1" defTabSz="914400">
              <a:lnSpc>
                <a:spcPct val="90000"/>
              </a:lnSpc>
              <a:spcBef>
                <a:spcPts val="201"/>
              </a:spcBef>
              <a:spcAft>
                <a:spcPts val="400"/>
              </a:spcAft>
              <a:buClr>
                <a:srgbClr val="ffc000"/>
              </a:buClr>
              <a:buFont typeface="Arial"/>
              <a:buChar char="•"/>
              <a:tabLst>
                <a:tab algn="l" pos="0"/>
              </a:tabLst>
            </a:pPr>
            <a:r>
              <a:rPr b="0" lang="en-US" sz="2800" spc="-1" strike="noStrike">
                <a:solidFill>
                  <a:srgbClr val="ffffff"/>
                </a:solidFill>
                <a:latin typeface="Arial Regular"/>
                <a:ea typeface="ＭＳ Ｐゴシック"/>
              </a:rPr>
              <a:t> </a:t>
            </a:r>
            <a:r>
              <a:rPr b="0" lang="en-US" sz="2800" spc="-1" strike="noStrike">
                <a:solidFill>
                  <a:srgbClr val="ffffff"/>
                </a:solidFill>
                <a:latin typeface="Arial Regular"/>
                <a:ea typeface="ＭＳ Ｐゴシック"/>
              </a:rPr>
              <a:t>How does it fit into the current context?</a:t>
            </a:r>
            <a:endParaRPr b="0" lang="en-US" sz="2800" spc="-1" strike="noStrike">
              <a:solidFill>
                <a:srgbClr val="ffffff"/>
              </a:solidFill>
              <a:latin typeface="Arial Regular"/>
            </a:endParaRPr>
          </a:p>
        </p:txBody>
      </p:sp>
      <p:pic>
        <p:nvPicPr>
          <p:cNvPr id="53" name="Graphic 2" descr=""/>
          <p:cNvPicPr/>
          <p:nvPr/>
        </p:nvPicPr>
        <p:blipFill>
          <a:blip r:embed="rId1">
            <a:extLst>
              <a:ext uri="{96DAC541-7B7A-43D3-8B79-37D633B846F1}">
                <asvg:svgBlip xmlns:asvg="http://schemas.microsoft.com/office/drawing/2016/SVG/main" r:embed="rId2"/>
              </a:ext>
            </a:extLst>
          </a:blip>
          <a:stretch/>
        </p:blipFill>
        <p:spPr>
          <a:xfrm>
            <a:off x="9188640" y="2749680"/>
            <a:ext cx="2057040" cy="2068200"/>
          </a:xfrm>
          <a:prstGeom prst="rect">
            <a:avLst/>
          </a:prstGeom>
          <a:ln w="0">
            <a:noFill/>
          </a:ln>
        </p:spPr>
      </p:pic>
    </p:spTree>
  </p:cSld>
  <mc:AlternateContent>
    <mc:Choice Requires="p14">
      <p:transition spd="slow" p14:dur="2000"/>
    </mc:Choice>
    <mc:Fallback>
      <p:transition spd="slow"/>
    </mc:Fallback>
  </mc:AlternateContent>
  <p:timing>
    <p:tnLst>
      <p:par>
        <p:cTn id="135" dur="indefinite" restart="never" nodeType="tmRoot">
          <p:childTnLst>
            <p:seq>
              <p:cTn id="136" dur="indefinite" nodeType="mainSeq">
                <p:childTnLst>
                  <p:par>
                    <p:cTn id="137" nodeType="clickEffect" fill="hold">
                      <p:stCondLst>
                        <p:cond delay="indefinite"/>
                      </p:stCondLst>
                      <p:childTnLst>
                        <p:par>
                          <p:cTn id="138" nodeType="withEffect" fill="hold">
                            <p:stCondLst>
                              <p:cond delay="0"/>
                            </p:stCondLst>
                            <p:childTnLst>
                              <p:par>
                                <p:cTn id="139" nodeType="clickEffect" fill="hold" presetClass="entr" presetID="9">
                                  <p:stCondLst>
                                    <p:cond delay="0"/>
                                  </p:stCondLst>
                                  <p:childTnLst>
                                    <p:set>
                                      <p:cBhvr>
                                        <p:cTn id="140" dur="1" fill="hold">
                                          <p:stCondLst>
                                            <p:cond delay="0"/>
                                          </p:stCondLst>
                                        </p:cTn>
                                        <p:tgtEl>
                                          <p:spTgt spid="52">
                                            <p:txEl>
                                              <p:pRg st="0" end="0"/>
                                            </p:txEl>
                                          </p:spTgt>
                                        </p:tgtEl>
                                        <p:attrNameLst>
                                          <p:attrName>style.visibility</p:attrName>
                                        </p:attrNameLst>
                                      </p:cBhvr>
                                      <p:to>
                                        <p:strVal val="visible"/>
                                      </p:to>
                                    </p:set>
                                    <p:animEffect filter="dissolve" transition="in">
                                      <p:cBhvr additive="repl">
                                        <p:cTn id="141" dur="500"/>
                                        <p:tgtEl>
                                          <p:spTgt spid="52">
                                            <p:txEl>
                                              <p:pRg st="0" end="0"/>
                                            </p:txEl>
                                          </p:spTgt>
                                        </p:tgtEl>
                                      </p:cBhvr>
                                    </p:animEffect>
                                  </p:childTnLst>
                                </p:cTn>
                              </p:par>
                            </p:childTnLst>
                          </p:cTn>
                        </p:par>
                      </p:childTnLst>
                    </p:cTn>
                  </p:par>
                  <p:par>
                    <p:cTn id="142" nodeType="clickEffect" fill="hold">
                      <p:stCondLst>
                        <p:cond delay="indefinite"/>
                      </p:stCondLst>
                      <p:childTnLst>
                        <p:par>
                          <p:cTn id="143" nodeType="withEffect" fill="hold">
                            <p:stCondLst>
                              <p:cond delay="0"/>
                            </p:stCondLst>
                            <p:childTnLst>
                              <p:par>
                                <p:cTn id="144" nodeType="clickEffect" fill="hold" presetClass="entr" presetID="9">
                                  <p:stCondLst>
                                    <p:cond delay="0"/>
                                  </p:stCondLst>
                                  <p:childTnLst>
                                    <p:set>
                                      <p:cBhvr>
                                        <p:cTn id="145" dur="1" fill="hold">
                                          <p:stCondLst>
                                            <p:cond delay="0"/>
                                          </p:stCondLst>
                                        </p:cTn>
                                        <p:tgtEl>
                                          <p:spTgt spid="52">
                                            <p:txEl>
                                              <p:pRg st="3" end="3"/>
                                            </p:txEl>
                                          </p:spTgt>
                                        </p:tgtEl>
                                        <p:attrNameLst>
                                          <p:attrName>style.visibility</p:attrName>
                                        </p:attrNameLst>
                                      </p:cBhvr>
                                      <p:to>
                                        <p:strVal val="visible"/>
                                      </p:to>
                                    </p:set>
                                    <p:animEffect filter="dissolve" transition="in">
                                      <p:cBhvr additive="repl">
                                        <p:cTn id="146" dur="500"/>
                                        <p:tgtEl>
                                          <p:spTgt spid="52">
                                            <p:txEl>
                                              <p:pRg st="3" end="3"/>
                                            </p:txEl>
                                          </p:spTgt>
                                        </p:tgtEl>
                                      </p:cBhvr>
                                    </p:animEffect>
                                  </p:childTnLst>
                                </p:cTn>
                              </p:par>
                            </p:childTnLst>
                          </p:cTn>
                        </p:par>
                      </p:childTnLst>
                    </p:cTn>
                  </p:par>
                  <p:par>
                    <p:cTn id="147" fill="hold">
                      <p:stCondLst>
                        <p:cond delay="indefinite"/>
                      </p:stCondLst>
                      <p:childTnLst>
                        <p:par>
                          <p:cTn id="148" fill="hold">
                            <p:stCondLst>
                              <p:cond delay="0"/>
                            </p:stCondLst>
                            <p:childTnLst>
                              <p:par>
                                <p:cTn id="149" nodeType="clickEffect" fill="hold" presetClass="entr" presetID="9">
                                  <p:stCondLst>
                                    <p:cond delay="0"/>
                                  </p:stCondLst>
                                  <p:childTnLst>
                                    <p:set>
                                      <p:cBhvr>
                                        <p:cTn id="150" dur="1" fill="hold">
                                          <p:stCondLst>
                                            <p:cond delay="0"/>
                                          </p:stCondLst>
                                        </p:cTn>
                                        <p:tgtEl>
                                          <p:spTgt spid="52">
                                            <p:txEl>
                                              <p:pRg st="4" end="4"/>
                                            </p:txEl>
                                          </p:spTgt>
                                        </p:tgtEl>
                                        <p:attrNameLst>
                                          <p:attrName>style.visibility</p:attrName>
                                        </p:attrNameLst>
                                      </p:cBhvr>
                                      <p:to>
                                        <p:strVal val="visible"/>
                                      </p:to>
                                    </p:set>
                                    <p:animEffect filter="dissolve" transition="in">
                                      <p:cBhvr additive="repl">
                                        <p:cTn id="151" dur="500"/>
                                        <p:tgtEl>
                                          <p:spTgt spid="52">
                                            <p:txEl>
                                              <p:pRg st="4" end="4"/>
                                            </p:txEl>
                                          </p:spTgt>
                                        </p:tgtEl>
                                      </p:cBhvr>
                                    </p:animEffect>
                                  </p:childTnLst>
                                </p:cTn>
                              </p:par>
                            </p:childTnLst>
                          </p:cTn>
                        </p:par>
                      </p:childTnLst>
                    </p:cTn>
                  </p:par>
                  <p:par>
                    <p:cTn id="152" fill="hold">
                      <p:stCondLst>
                        <p:cond delay="indefinite"/>
                      </p:stCondLst>
                      <p:childTnLst>
                        <p:par>
                          <p:cTn id="153" fill="hold">
                            <p:stCondLst>
                              <p:cond delay="0"/>
                            </p:stCondLst>
                            <p:childTnLst>
                              <p:par>
                                <p:cTn id="154" nodeType="clickEffect" fill="hold" presetClass="entr" presetID="9">
                                  <p:stCondLst>
                                    <p:cond delay="0"/>
                                  </p:stCondLst>
                                  <p:childTnLst>
                                    <p:set>
                                      <p:cBhvr>
                                        <p:cTn id="155" dur="1" fill="hold">
                                          <p:stCondLst>
                                            <p:cond delay="0"/>
                                          </p:stCondLst>
                                        </p:cTn>
                                        <p:tgtEl>
                                          <p:spTgt spid="52">
                                            <p:txEl>
                                              <p:pRg st="5" end="5"/>
                                            </p:txEl>
                                          </p:spTgt>
                                        </p:tgtEl>
                                        <p:attrNameLst>
                                          <p:attrName>style.visibility</p:attrName>
                                        </p:attrNameLst>
                                      </p:cBhvr>
                                      <p:to>
                                        <p:strVal val="visible"/>
                                      </p:to>
                                    </p:set>
                                    <p:animEffect filter="dissolve" transition="in">
                                      <p:cBhvr additive="repl">
                                        <p:cTn id="156" dur="500"/>
                                        <p:tgtEl>
                                          <p:spTgt spid="52">
                                            <p:txEl>
                                              <p:pRg st="5" end="5"/>
                                            </p:txEl>
                                          </p:spTgt>
                                        </p:tgtEl>
                                      </p:cBhvr>
                                    </p:animEffect>
                                  </p:childTnLst>
                                </p:cTn>
                              </p:par>
                            </p:childTnLst>
                          </p:cTn>
                        </p:par>
                      </p:childTnLst>
                    </p:cTn>
                  </p:par>
                  <p:par>
                    <p:cTn id="157" fill="hold">
                      <p:stCondLst>
                        <p:cond delay="indefinite"/>
                      </p:stCondLst>
                      <p:childTnLst>
                        <p:par>
                          <p:cTn id="158" fill="hold">
                            <p:stCondLst>
                              <p:cond delay="0"/>
                            </p:stCondLst>
                            <p:childTnLst>
                              <p:par>
                                <p:cTn id="159" nodeType="clickEffect" fill="hold" presetClass="entr" presetID="9">
                                  <p:stCondLst>
                                    <p:cond delay="0"/>
                                  </p:stCondLst>
                                  <p:childTnLst>
                                    <p:set>
                                      <p:cBhvr>
                                        <p:cTn id="160" dur="1" fill="hold">
                                          <p:stCondLst>
                                            <p:cond delay="0"/>
                                          </p:stCondLst>
                                        </p:cTn>
                                        <p:tgtEl>
                                          <p:spTgt spid="52">
                                            <p:txEl>
                                              <p:pRg st="6" end="6"/>
                                            </p:txEl>
                                          </p:spTgt>
                                        </p:tgtEl>
                                        <p:attrNameLst>
                                          <p:attrName>style.visibility</p:attrName>
                                        </p:attrNameLst>
                                      </p:cBhvr>
                                      <p:to>
                                        <p:strVal val="visible"/>
                                      </p:to>
                                    </p:set>
                                    <p:animEffect filter="dissolve" transition="in">
                                      <p:cBhvr additive="repl">
                                        <p:cTn id="161" dur="500"/>
                                        <p:tgtEl>
                                          <p:spTgt spid="52">
                                            <p:txEl>
                                              <p:pRg st="6" end="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type="title"/>
          </p:nvPr>
        </p:nvSpPr>
        <p:spPr>
          <a:xfrm>
            <a:off x="468720" y="355320"/>
            <a:ext cx="11254320" cy="691200"/>
          </a:xfrm>
          <a:prstGeom prst="rect">
            <a:avLst/>
          </a:prstGeom>
          <a:noFill/>
          <a:ln w="0">
            <a:noFill/>
          </a:ln>
        </p:spPr>
        <p:txBody>
          <a:bodyPr lIns="91440" rIns="91440" tIns="45720" bIns="0" anchor="ctr">
            <a:noAutofit/>
          </a:bodyPr>
          <a:p>
            <a:pPr indent="0" algn="ctr" defTabSz="914400">
              <a:lnSpc>
                <a:spcPct val="80000"/>
              </a:lnSpc>
              <a:buNone/>
            </a:pPr>
            <a:r>
              <a:rPr b="1" lang="en-US" sz="4800" spc="97" strike="noStrike">
                <a:solidFill>
                  <a:schemeClr val="lt1"/>
                </a:solidFill>
                <a:latin typeface="Garamond"/>
              </a:rPr>
              <a:t>Time and Ordering</a:t>
            </a:r>
            <a:endParaRPr b="0" lang="en-US" sz="4800" spc="-1" strike="noStrike">
              <a:solidFill>
                <a:schemeClr val="dk1"/>
              </a:solidFill>
              <a:latin typeface="Arial"/>
            </a:endParaRPr>
          </a:p>
        </p:txBody>
      </p:sp>
      <p:sp>
        <p:nvSpPr>
          <p:cNvPr id="55" name="PlaceHolder 2"/>
          <p:cNvSpPr>
            <a:spLocks noGrp="1"/>
          </p:cNvSpPr>
          <p:nvPr>
            <p:ph/>
          </p:nvPr>
        </p:nvSpPr>
        <p:spPr>
          <a:xfrm>
            <a:off x="277560" y="1408320"/>
            <a:ext cx="11637000" cy="4588200"/>
          </a:xfrm>
          <a:prstGeom prst="rect">
            <a:avLst/>
          </a:prstGeom>
          <a:noFill/>
          <a:ln w="0">
            <a:noFill/>
          </a:ln>
        </p:spPr>
        <p:txBody>
          <a:bodyPr lIns="45720" rIns="45720" tIns="45720" bIns="45720" anchor="t">
            <a:normAutofit fontScale="92961"/>
          </a:bodyPr>
          <a:p>
            <a:pPr indent="0" algn="just" defTabSz="914400">
              <a:lnSpc>
                <a:spcPct val="90000"/>
              </a:lnSpc>
              <a:spcBef>
                <a:spcPts val="1199"/>
              </a:spcBef>
              <a:spcAft>
                <a:spcPts val="201"/>
              </a:spcAft>
              <a:buNone/>
              <a:tabLst>
                <a:tab algn="l" pos="0"/>
              </a:tabLst>
            </a:pPr>
            <a:r>
              <a:rPr b="0" lang="en-US" sz="2800" spc="-1" strike="noStrike">
                <a:solidFill>
                  <a:srgbClr val="ffffff"/>
                </a:solidFill>
                <a:latin typeface="Arial Regular"/>
                <a:ea typeface="ＭＳ Ｐゴシック"/>
              </a:rPr>
              <a:t>Sometimes the cost in terms of time to execute an action depends on the order we perform actions in. Consider two objectives at different points on the map. We could order them differently:</a:t>
            </a:r>
            <a:endParaRPr b="0" lang="en-US" sz="2800" spc="-1" strike="noStrike">
              <a:solidFill>
                <a:srgbClr val="ffffff"/>
              </a:solidFill>
              <a:latin typeface="Arial Regular"/>
            </a:endParaRPr>
          </a:p>
          <a:p>
            <a:pPr indent="0" algn="just" defTabSz="914400">
              <a:lnSpc>
                <a:spcPct val="90000"/>
              </a:lnSpc>
              <a:spcBef>
                <a:spcPts val="1199"/>
              </a:spcBef>
              <a:spcAft>
                <a:spcPts val="201"/>
              </a:spcAft>
              <a:buNone/>
              <a:tabLst>
                <a:tab algn="l" pos="0"/>
              </a:tabLst>
            </a:pPr>
            <a:endParaRPr b="0" lang="en-US" sz="2800" spc="-1" strike="noStrike">
              <a:solidFill>
                <a:srgbClr val="ffffff"/>
              </a:solidFill>
              <a:latin typeface="Arial Regular"/>
            </a:endParaRPr>
          </a:p>
          <a:p>
            <a:pPr indent="0" algn="just" defTabSz="914400">
              <a:lnSpc>
                <a:spcPct val="90000"/>
              </a:lnSpc>
              <a:spcBef>
                <a:spcPts val="1199"/>
              </a:spcBef>
              <a:spcAft>
                <a:spcPts val="201"/>
              </a:spcAft>
              <a:buNone/>
              <a:tabLst>
                <a:tab algn="l" pos="0"/>
              </a:tabLst>
            </a:pPr>
            <a:endParaRPr b="0" lang="en-US" sz="2800" spc="-1" strike="noStrike">
              <a:solidFill>
                <a:srgbClr val="ffffff"/>
              </a:solidFill>
              <a:latin typeface="Arial Regular"/>
            </a:endParaRPr>
          </a:p>
          <a:p>
            <a:pPr indent="0" algn="just" defTabSz="914400">
              <a:lnSpc>
                <a:spcPct val="90000"/>
              </a:lnSpc>
              <a:spcBef>
                <a:spcPts val="1199"/>
              </a:spcBef>
              <a:spcAft>
                <a:spcPts val="201"/>
              </a:spcAft>
              <a:buNone/>
              <a:tabLst>
                <a:tab algn="l" pos="0"/>
              </a:tabLst>
            </a:pPr>
            <a:endParaRPr b="0" lang="en-US" sz="2800" spc="-1" strike="noStrike">
              <a:solidFill>
                <a:srgbClr val="ffffff"/>
              </a:solidFill>
              <a:latin typeface="Arial Regular"/>
            </a:endParaRPr>
          </a:p>
          <a:p>
            <a:pPr indent="0" algn="just" defTabSz="914400">
              <a:lnSpc>
                <a:spcPct val="90000"/>
              </a:lnSpc>
              <a:spcBef>
                <a:spcPts val="1199"/>
              </a:spcBef>
              <a:spcAft>
                <a:spcPts val="201"/>
              </a:spcAft>
              <a:buNone/>
              <a:tabLst>
                <a:tab algn="l" pos="0"/>
              </a:tabLst>
            </a:pPr>
            <a:endParaRPr b="0" lang="en-US" sz="2800" spc="-1" strike="noStrike">
              <a:solidFill>
                <a:srgbClr val="ffffff"/>
              </a:solidFill>
              <a:latin typeface="Arial Regular"/>
            </a:endParaRPr>
          </a:p>
          <a:p>
            <a:pPr indent="0" algn="just" defTabSz="914400">
              <a:lnSpc>
                <a:spcPct val="90000"/>
              </a:lnSpc>
              <a:spcBef>
                <a:spcPts val="1199"/>
              </a:spcBef>
              <a:spcAft>
                <a:spcPts val="201"/>
              </a:spcAft>
              <a:buNone/>
              <a:tabLst>
                <a:tab algn="l" pos="0"/>
              </a:tabLst>
            </a:pPr>
            <a:r>
              <a:rPr b="0" lang="en-US" sz="2800" spc="-1" strike="noStrike">
                <a:solidFill>
                  <a:srgbClr val="ffffff"/>
                </a:solidFill>
                <a:latin typeface="Arial Regular"/>
                <a:ea typeface="ＭＳ Ｐゴシック"/>
              </a:rPr>
              <a:t>In this case, the first ordering would take less time than the second ordering. Often, </a:t>
            </a:r>
            <a:r>
              <a:rPr b="0" lang="en-US" sz="2800" spc="-1" strike="noStrike" u="sng">
                <a:solidFill>
                  <a:srgbClr val="ffffff"/>
                </a:solidFill>
                <a:uFillTx/>
                <a:latin typeface="Arial Regular"/>
                <a:ea typeface="ＭＳ Ｐゴシック"/>
              </a:rPr>
              <a:t>relative</a:t>
            </a:r>
            <a:r>
              <a:rPr b="0" lang="en-US" sz="2800" spc="-1" strike="noStrike">
                <a:solidFill>
                  <a:srgbClr val="ffffff"/>
                </a:solidFill>
                <a:latin typeface="Arial Regular"/>
                <a:ea typeface="ＭＳ Ｐゴシック"/>
              </a:rPr>
              <a:t> cost difference (proportional) is more important than </a:t>
            </a:r>
            <a:r>
              <a:rPr b="0" lang="en-US" sz="2800" spc="-1" strike="noStrike" u="sng">
                <a:solidFill>
                  <a:srgbClr val="ffffff"/>
                </a:solidFill>
                <a:uFillTx/>
                <a:latin typeface="Arial Regular"/>
                <a:ea typeface="ＭＳ Ｐゴシック"/>
              </a:rPr>
              <a:t>absolute</a:t>
            </a:r>
            <a:r>
              <a:rPr b="0" lang="en-US" sz="2800" spc="-1" strike="noStrike">
                <a:solidFill>
                  <a:srgbClr val="ffffff"/>
                </a:solidFill>
                <a:latin typeface="Arial Regular"/>
                <a:ea typeface="ＭＳ Ｐゴシック"/>
              </a:rPr>
              <a:t> difference.</a:t>
            </a:r>
            <a:endParaRPr b="0" lang="en-US" sz="2800" spc="-1" strike="noStrike">
              <a:solidFill>
                <a:srgbClr val="ffffff"/>
              </a:solidFill>
              <a:latin typeface="Arial Regular"/>
            </a:endParaRPr>
          </a:p>
        </p:txBody>
      </p:sp>
      <p:grpSp>
        <p:nvGrpSpPr>
          <p:cNvPr id="56" name="Group 30"/>
          <p:cNvGrpSpPr/>
          <p:nvPr/>
        </p:nvGrpSpPr>
        <p:grpSpPr>
          <a:xfrm>
            <a:off x="2575080" y="3080520"/>
            <a:ext cx="2788920" cy="1553760"/>
            <a:chOff x="2575080" y="3080520"/>
            <a:chExt cx="2788920" cy="1553760"/>
          </a:xfrm>
        </p:grpSpPr>
        <p:grpSp>
          <p:nvGrpSpPr>
            <p:cNvPr id="57" name="Group 10"/>
            <p:cNvGrpSpPr/>
            <p:nvPr/>
          </p:nvGrpSpPr>
          <p:grpSpPr>
            <a:xfrm>
              <a:off x="2575080" y="3080520"/>
              <a:ext cx="2788920" cy="1553760"/>
              <a:chOff x="2575080" y="3080520"/>
              <a:chExt cx="2788920" cy="1553760"/>
            </a:xfrm>
          </p:grpSpPr>
          <p:sp>
            <p:nvSpPr>
              <p:cNvPr id="58" name="Rectangle 9"/>
              <p:cNvSpPr/>
              <p:nvPr/>
            </p:nvSpPr>
            <p:spPr>
              <a:xfrm>
                <a:off x="2575080" y="3080520"/>
                <a:ext cx="2788920" cy="1553760"/>
              </a:xfrm>
              <a:prstGeom prst="rect">
                <a:avLst/>
              </a:prstGeom>
              <a:solidFill>
                <a:srgbClr val="002060"/>
              </a:solidFill>
              <a:ln>
                <a:solidFill>
                  <a:srgbClr val="ffffff"/>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1" lang="en-US" sz="3200" spc="-1" strike="noStrike" u="sng">
                  <a:solidFill>
                    <a:srgbClr val="ffffff"/>
                  </a:solidFill>
                  <a:uFillTx/>
                  <a:latin typeface="Garamond"/>
                </a:endParaRPr>
              </a:p>
            </p:txBody>
          </p:sp>
          <p:sp>
            <p:nvSpPr>
              <p:cNvPr id="59" name="Oval 5"/>
              <p:cNvSpPr/>
              <p:nvPr/>
            </p:nvSpPr>
            <p:spPr>
              <a:xfrm>
                <a:off x="3581280" y="3994920"/>
                <a:ext cx="456840" cy="456840"/>
              </a:xfrm>
              <a:prstGeom prst="ellipse">
                <a:avLst/>
              </a:prstGeom>
              <a:solidFill>
                <a:srgbClr val="00b0ff"/>
              </a:solidFill>
              <a:ln w="9525">
                <a:solidFill>
                  <a:srgbClr val="ffffff"/>
                </a:solidFill>
                <a:round/>
              </a:ln>
            </p:spPr>
            <p:style>
              <a:lnRef idx="0"/>
              <a:fillRef idx="0"/>
              <a:effectRef idx="0"/>
              <a:fontRef idx="minor"/>
            </p:style>
            <p:txBody>
              <a:bodyPr lIns="90000" rIns="90000" tIns="45000" bIns="45000" anchor="t">
                <a:noAutofit/>
              </a:bodyPr>
              <a:p>
                <a:pPr defTabSz="457200">
                  <a:lnSpc>
                    <a:spcPct val="100000"/>
                  </a:lnSpc>
                </a:pPr>
                <a:r>
                  <a:rPr b="1" lang="en-US" sz="2000" spc="-1" strike="noStrike">
                    <a:solidFill>
                      <a:schemeClr val="lt1"/>
                    </a:solidFill>
                    <a:latin typeface="Garamond"/>
                    <a:ea typeface="ＭＳ Ｐゴシック"/>
                  </a:rPr>
                  <a:t>A</a:t>
                </a:r>
                <a:endParaRPr b="0" lang="en-US" sz="2000" spc="-1" strike="noStrike">
                  <a:solidFill>
                    <a:srgbClr val="ffffff"/>
                  </a:solidFill>
                  <a:latin typeface="Arial"/>
                </a:endParaRPr>
              </a:p>
            </p:txBody>
          </p:sp>
          <p:sp>
            <p:nvSpPr>
              <p:cNvPr id="60" name="Oval 7"/>
              <p:cNvSpPr/>
              <p:nvPr/>
            </p:nvSpPr>
            <p:spPr>
              <a:xfrm>
                <a:off x="4724280" y="3172320"/>
                <a:ext cx="456840" cy="456840"/>
              </a:xfrm>
              <a:prstGeom prst="ellipse">
                <a:avLst/>
              </a:prstGeom>
              <a:solidFill>
                <a:srgbClr val="00b0ff"/>
              </a:solidFill>
              <a:ln w="9525">
                <a:solidFill>
                  <a:srgbClr val="ffffff"/>
                </a:solidFill>
                <a:round/>
              </a:ln>
            </p:spPr>
            <p:style>
              <a:lnRef idx="0"/>
              <a:fillRef idx="0"/>
              <a:effectRef idx="0"/>
              <a:fontRef idx="minor"/>
            </p:style>
            <p:txBody>
              <a:bodyPr lIns="90000" rIns="90000" tIns="45000" bIns="45000" anchor="t">
                <a:noAutofit/>
              </a:bodyPr>
              <a:p>
                <a:pPr defTabSz="457200">
                  <a:lnSpc>
                    <a:spcPct val="100000"/>
                  </a:lnSpc>
                </a:pPr>
                <a:r>
                  <a:rPr b="1" lang="en-US" sz="2000" spc="-1" strike="noStrike">
                    <a:solidFill>
                      <a:schemeClr val="lt1"/>
                    </a:solidFill>
                    <a:latin typeface="Garamond"/>
                    <a:ea typeface="ＭＳ Ｐゴシック"/>
                  </a:rPr>
                  <a:t>B</a:t>
                </a:r>
                <a:endParaRPr b="0" lang="en-US" sz="2000" spc="-1" strike="noStrike">
                  <a:solidFill>
                    <a:srgbClr val="ffffff"/>
                  </a:solidFill>
                  <a:latin typeface="Arial"/>
                </a:endParaRPr>
              </a:p>
            </p:txBody>
          </p:sp>
          <p:sp>
            <p:nvSpPr>
              <p:cNvPr id="61" name="Oval 8"/>
              <p:cNvSpPr/>
              <p:nvPr/>
            </p:nvSpPr>
            <p:spPr>
              <a:xfrm>
                <a:off x="2757600" y="3263040"/>
                <a:ext cx="456840" cy="456840"/>
              </a:xfrm>
              <a:prstGeom prst="ellipse">
                <a:avLst/>
              </a:prstGeom>
              <a:solidFill>
                <a:srgbClr val="00b0ff"/>
              </a:solidFill>
              <a:ln w="9525">
                <a:solidFill>
                  <a:srgbClr val="ffffff"/>
                </a:solidFill>
                <a:round/>
              </a:ln>
            </p:spPr>
            <p:style>
              <a:lnRef idx="0"/>
              <a:fillRef idx="0"/>
              <a:effectRef idx="0"/>
              <a:fontRef idx="minor"/>
            </p:style>
            <p:txBody>
              <a:bodyPr lIns="90000" rIns="90000" tIns="45000" bIns="45000" anchor="t">
                <a:noAutofit/>
              </a:bodyPr>
              <a:p>
                <a:pPr defTabSz="457200">
                  <a:lnSpc>
                    <a:spcPct val="100000"/>
                  </a:lnSpc>
                </a:pPr>
                <a:r>
                  <a:rPr b="1" lang="en-US" sz="2000" spc="-1" strike="noStrike">
                    <a:solidFill>
                      <a:schemeClr val="lt1"/>
                    </a:solidFill>
                    <a:latin typeface="Garamond"/>
                    <a:ea typeface="ＭＳ Ｐゴシック"/>
                  </a:rPr>
                  <a:t>S</a:t>
                </a:r>
                <a:endParaRPr b="0" lang="en-US" sz="2000" spc="-1" strike="noStrike">
                  <a:solidFill>
                    <a:srgbClr val="ffffff"/>
                  </a:solidFill>
                  <a:latin typeface="Arial"/>
                </a:endParaRPr>
              </a:p>
            </p:txBody>
          </p:sp>
        </p:grpSp>
        <p:cxnSp>
          <p:nvCxnSpPr>
            <p:cNvPr id="62" name="Straight Arrow Connector 17"/>
            <p:cNvCxnSpPr>
              <a:stCxn id="61" idx="5"/>
              <a:endCxn id="59" idx="1"/>
            </p:cNvCxnSpPr>
            <p:nvPr/>
          </p:nvCxnSpPr>
          <p:spPr>
            <a:xfrm>
              <a:off x="3147840" y="3653280"/>
              <a:ext cx="500400" cy="408600"/>
            </a:xfrm>
            <a:prstGeom prst="straightConnector1">
              <a:avLst/>
            </a:prstGeom>
            <a:ln w="25400">
              <a:solidFill>
                <a:srgbClr val="ffffff"/>
              </a:solidFill>
              <a:round/>
              <a:tailEnd len="med" type="arrow" w="med"/>
            </a:ln>
          </p:spPr>
        </p:cxnSp>
        <p:cxnSp>
          <p:nvCxnSpPr>
            <p:cNvPr id="63" name="Straight Arrow Connector 19"/>
            <p:cNvCxnSpPr>
              <a:stCxn id="59" idx="7"/>
              <a:endCxn id="60" idx="3"/>
            </p:cNvCxnSpPr>
            <p:nvPr/>
          </p:nvCxnSpPr>
          <p:spPr>
            <a:xfrm flipV="1">
              <a:off x="3971520" y="3562560"/>
              <a:ext cx="819720" cy="499320"/>
            </a:xfrm>
            <a:prstGeom prst="straightConnector1">
              <a:avLst/>
            </a:prstGeom>
            <a:ln w="25400">
              <a:solidFill>
                <a:srgbClr val="ffffff"/>
              </a:solidFill>
              <a:round/>
              <a:tailEnd len="med" type="arrow" w="med"/>
            </a:ln>
          </p:spPr>
        </p:cxnSp>
      </p:grpSp>
      <p:grpSp>
        <p:nvGrpSpPr>
          <p:cNvPr id="64" name="Group 29"/>
          <p:cNvGrpSpPr/>
          <p:nvPr/>
        </p:nvGrpSpPr>
        <p:grpSpPr>
          <a:xfrm>
            <a:off x="6689880" y="3080520"/>
            <a:ext cx="2788920" cy="1553760"/>
            <a:chOff x="6689880" y="3080520"/>
            <a:chExt cx="2788920" cy="1553760"/>
          </a:xfrm>
        </p:grpSpPr>
        <p:grpSp>
          <p:nvGrpSpPr>
            <p:cNvPr id="65" name="Group 11"/>
            <p:cNvGrpSpPr/>
            <p:nvPr/>
          </p:nvGrpSpPr>
          <p:grpSpPr>
            <a:xfrm>
              <a:off x="6689880" y="3080520"/>
              <a:ext cx="2788920" cy="1553760"/>
              <a:chOff x="6689880" y="3080520"/>
              <a:chExt cx="2788920" cy="1553760"/>
            </a:xfrm>
          </p:grpSpPr>
          <p:sp>
            <p:nvSpPr>
              <p:cNvPr id="66" name="Rectangle 12"/>
              <p:cNvSpPr/>
              <p:nvPr/>
            </p:nvSpPr>
            <p:spPr>
              <a:xfrm>
                <a:off x="6689880" y="3080520"/>
                <a:ext cx="2788920" cy="1553760"/>
              </a:xfrm>
              <a:prstGeom prst="rect">
                <a:avLst/>
              </a:prstGeom>
              <a:solidFill>
                <a:srgbClr val="002060"/>
              </a:solidFill>
              <a:ln>
                <a:solidFill>
                  <a:srgbClr val="ffffff"/>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1" lang="en-US" sz="3200" spc="-1" strike="noStrike" u="sng">
                  <a:solidFill>
                    <a:srgbClr val="ffffff"/>
                  </a:solidFill>
                  <a:uFillTx/>
                  <a:latin typeface="Garamond"/>
                </a:endParaRPr>
              </a:p>
            </p:txBody>
          </p:sp>
          <p:sp>
            <p:nvSpPr>
              <p:cNvPr id="67" name="Oval 13"/>
              <p:cNvSpPr/>
              <p:nvPr/>
            </p:nvSpPr>
            <p:spPr>
              <a:xfrm>
                <a:off x="7696080" y="3994920"/>
                <a:ext cx="456840" cy="456840"/>
              </a:xfrm>
              <a:prstGeom prst="ellipse">
                <a:avLst/>
              </a:prstGeom>
              <a:solidFill>
                <a:srgbClr val="00b0ff"/>
              </a:solidFill>
              <a:ln w="9525">
                <a:solidFill>
                  <a:srgbClr val="ffffff"/>
                </a:solidFill>
                <a:round/>
              </a:ln>
            </p:spPr>
            <p:style>
              <a:lnRef idx="0"/>
              <a:fillRef idx="0"/>
              <a:effectRef idx="0"/>
              <a:fontRef idx="minor"/>
            </p:style>
            <p:txBody>
              <a:bodyPr lIns="90000" rIns="90000" tIns="45000" bIns="45000" anchor="t">
                <a:noAutofit/>
              </a:bodyPr>
              <a:p>
                <a:pPr defTabSz="457200">
                  <a:lnSpc>
                    <a:spcPct val="100000"/>
                  </a:lnSpc>
                </a:pPr>
                <a:r>
                  <a:rPr b="1" lang="en-US" sz="2000" spc="-1" strike="noStrike">
                    <a:solidFill>
                      <a:schemeClr val="lt1"/>
                    </a:solidFill>
                    <a:latin typeface="Garamond"/>
                    <a:ea typeface="ＭＳ Ｐゴシック"/>
                  </a:rPr>
                  <a:t>A</a:t>
                </a:r>
                <a:endParaRPr b="0" lang="en-US" sz="2000" spc="-1" strike="noStrike">
                  <a:solidFill>
                    <a:srgbClr val="ffffff"/>
                  </a:solidFill>
                  <a:latin typeface="Arial"/>
                </a:endParaRPr>
              </a:p>
            </p:txBody>
          </p:sp>
          <p:sp>
            <p:nvSpPr>
              <p:cNvPr id="68" name="Oval 14"/>
              <p:cNvSpPr/>
              <p:nvPr/>
            </p:nvSpPr>
            <p:spPr>
              <a:xfrm>
                <a:off x="8839080" y="3172320"/>
                <a:ext cx="456840" cy="456840"/>
              </a:xfrm>
              <a:prstGeom prst="ellipse">
                <a:avLst/>
              </a:prstGeom>
              <a:solidFill>
                <a:srgbClr val="00b0ff"/>
              </a:solidFill>
              <a:ln w="9525">
                <a:solidFill>
                  <a:srgbClr val="ffffff"/>
                </a:solidFill>
                <a:round/>
              </a:ln>
            </p:spPr>
            <p:style>
              <a:lnRef idx="0"/>
              <a:fillRef idx="0"/>
              <a:effectRef idx="0"/>
              <a:fontRef idx="minor"/>
            </p:style>
            <p:txBody>
              <a:bodyPr lIns="90000" rIns="90000" tIns="45000" bIns="45000" anchor="t">
                <a:noAutofit/>
              </a:bodyPr>
              <a:p>
                <a:pPr defTabSz="457200">
                  <a:lnSpc>
                    <a:spcPct val="100000"/>
                  </a:lnSpc>
                </a:pPr>
                <a:r>
                  <a:rPr b="1" lang="en-US" sz="2000" spc="-1" strike="noStrike">
                    <a:solidFill>
                      <a:schemeClr val="lt1"/>
                    </a:solidFill>
                    <a:latin typeface="Garamond"/>
                    <a:ea typeface="ＭＳ Ｐゴシック"/>
                  </a:rPr>
                  <a:t>B</a:t>
                </a:r>
                <a:endParaRPr b="0" lang="en-US" sz="2000" spc="-1" strike="noStrike">
                  <a:solidFill>
                    <a:srgbClr val="ffffff"/>
                  </a:solidFill>
                  <a:latin typeface="Arial"/>
                </a:endParaRPr>
              </a:p>
            </p:txBody>
          </p:sp>
          <p:sp>
            <p:nvSpPr>
              <p:cNvPr id="69" name="Oval 15"/>
              <p:cNvSpPr/>
              <p:nvPr/>
            </p:nvSpPr>
            <p:spPr>
              <a:xfrm>
                <a:off x="6872400" y="3263040"/>
                <a:ext cx="456840" cy="456840"/>
              </a:xfrm>
              <a:prstGeom prst="ellipse">
                <a:avLst/>
              </a:prstGeom>
              <a:solidFill>
                <a:srgbClr val="00b0ff"/>
              </a:solidFill>
              <a:ln w="9525">
                <a:solidFill>
                  <a:srgbClr val="ffffff"/>
                </a:solidFill>
                <a:round/>
              </a:ln>
            </p:spPr>
            <p:style>
              <a:lnRef idx="0"/>
              <a:fillRef idx="0"/>
              <a:effectRef idx="0"/>
              <a:fontRef idx="minor"/>
            </p:style>
            <p:txBody>
              <a:bodyPr lIns="90000" rIns="90000" tIns="45000" bIns="45000" anchor="t">
                <a:noAutofit/>
              </a:bodyPr>
              <a:p>
                <a:pPr defTabSz="457200">
                  <a:lnSpc>
                    <a:spcPct val="100000"/>
                  </a:lnSpc>
                </a:pPr>
                <a:r>
                  <a:rPr b="1" lang="en-US" sz="2000" spc="-1" strike="noStrike">
                    <a:solidFill>
                      <a:schemeClr val="lt1"/>
                    </a:solidFill>
                    <a:latin typeface="Garamond"/>
                    <a:ea typeface="ＭＳ Ｐゴシック"/>
                  </a:rPr>
                  <a:t>S</a:t>
                </a:r>
                <a:endParaRPr b="0" lang="en-US" sz="2000" spc="-1" strike="noStrike">
                  <a:solidFill>
                    <a:srgbClr val="ffffff"/>
                  </a:solidFill>
                  <a:latin typeface="Arial"/>
                </a:endParaRPr>
              </a:p>
            </p:txBody>
          </p:sp>
        </p:grpSp>
        <p:cxnSp>
          <p:nvCxnSpPr>
            <p:cNvPr id="70" name="Straight Arrow Connector 20"/>
            <p:cNvCxnSpPr>
              <a:stCxn id="69" idx="6"/>
              <a:endCxn id="68" idx="2"/>
            </p:cNvCxnSpPr>
            <p:nvPr/>
          </p:nvCxnSpPr>
          <p:spPr>
            <a:xfrm flipV="1">
              <a:off x="7329240" y="3400920"/>
              <a:ext cx="1510200" cy="91080"/>
            </a:xfrm>
            <a:prstGeom prst="straightConnector1">
              <a:avLst/>
            </a:prstGeom>
            <a:ln w="25400">
              <a:solidFill>
                <a:srgbClr val="ffffff"/>
              </a:solidFill>
              <a:round/>
              <a:tailEnd len="med" type="arrow" w="med"/>
            </a:ln>
          </p:spPr>
        </p:cxnSp>
        <p:cxnSp>
          <p:nvCxnSpPr>
            <p:cNvPr id="71" name="Straight Arrow Connector 23"/>
            <p:cNvCxnSpPr>
              <a:stCxn id="68" idx="3"/>
              <a:endCxn id="67" idx="7"/>
            </p:cNvCxnSpPr>
            <p:nvPr/>
          </p:nvCxnSpPr>
          <p:spPr>
            <a:xfrm flipH="1">
              <a:off x="8086320" y="3562560"/>
              <a:ext cx="819720" cy="499320"/>
            </a:xfrm>
            <a:prstGeom prst="straightConnector1">
              <a:avLst/>
            </a:prstGeom>
            <a:ln w="25400">
              <a:solidFill>
                <a:srgbClr val="ffffff"/>
              </a:solidFill>
              <a:round/>
              <a:tailEnd len="med" type="arrow" w="med"/>
            </a:ln>
          </p:spPr>
        </p:cxnSp>
      </p:grpSp>
    </p:spTree>
  </p:cSld>
  <mc:AlternateContent>
    <mc:Choice Requires="p14">
      <p:transition spd="slow" p14:dur="2000"/>
    </mc:Choice>
    <mc:Fallback>
      <p:transition spd="slow"/>
    </mc:Fallback>
  </mc:AlternateContent>
  <p:timing>
    <p:tnLst>
      <p:par>
        <p:cTn id="162" dur="indefinite" restart="never" nodeType="tmRoot">
          <p:childTnLst>
            <p:seq>
              <p:cTn id="163" dur="indefinite" nodeType="mainSeq">
                <p:childTnLst>
                  <p:par>
                    <p:cTn id="164" nodeType="clickEffect" fill="hold">
                      <p:stCondLst>
                        <p:cond delay="indefinite"/>
                      </p:stCondLst>
                      <p:childTnLst>
                        <p:par>
                          <p:cTn id="165" nodeType="withEffect" fill="hold">
                            <p:stCondLst>
                              <p:cond delay="0"/>
                            </p:stCondLst>
                            <p:childTnLst>
                              <p:par>
                                <p:cTn id="166" nodeType="clickEffect" fill="hold" presetClass="entr" presetID="9">
                                  <p:stCondLst>
                                    <p:cond delay="0"/>
                                  </p:stCondLst>
                                  <p:childTnLst>
                                    <p:set>
                                      <p:cBhvr>
                                        <p:cTn id="167" dur="1" fill="hold">
                                          <p:stCondLst>
                                            <p:cond delay="0"/>
                                          </p:stCondLst>
                                        </p:cTn>
                                        <p:tgtEl>
                                          <p:spTgt spid="55">
                                            <p:txEl>
                                              <p:pRg st="0" end="0"/>
                                            </p:txEl>
                                          </p:spTgt>
                                        </p:tgtEl>
                                        <p:attrNameLst>
                                          <p:attrName>style.visibility</p:attrName>
                                        </p:attrNameLst>
                                      </p:cBhvr>
                                      <p:to>
                                        <p:strVal val="visible"/>
                                      </p:to>
                                    </p:set>
                                    <p:animEffect filter="dissolve" transition="in">
                                      <p:cBhvr additive="repl">
                                        <p:cTn id="168" dur="500"/>
                                        <p:tgtEl>
                                          <p:spTgt spid="55">
                                            <p:txEl>
                                              <p:pRg st="0" end="0"/>
                                            </p:txEl>
                                          </p:spTgt>
                                        </p:tgtEl>
                                      </p:cBhvr>
                                    </p:animEffect>
                                  </p:childTnLst>
                                </p:cTn>
                              </p:par>
                            </p:childTnLst>
                          </p:cTn>
                        </p:par>
                      </p:childTnLst>
                    </p:cTn>
                  </p:par>
                  <p:par>
                    <p:cTn id="169" nodeType="clickEffect" fill="hold">
                      <p:stCondLst>
                        <p:cond delay="indefinite"/>
                      </p:stCondLst>
                      <p:childTnLst>
                        <p:par>
                          <p:cTn id="170" nodeType="withEffect" fill="hold">
                            <p:stCondLst>
                              <p:cond delay="0"/>
                            </p:stCondLst>
                            <p:childTnLst>
                              <p:par>
                                <p:cTn id="171" nodeType="clickEffect" fill="hold" presetClass="entr" presetID="9">
                                  <p:stCondLst>
                                    <p:cond delay="0"/>
                                  </p:stCondLst>
                                  <p:childTnLst>
                                    <p:set>
                                      <p:cBhvr>
                                        <p:cTn id="172" dur="1" fill="hold">
                                          <p:stCondLst>
                                            <p:cond delay="0"/>
                                          </p:stCondLst>
                                        </p:cTn>
                                        <p:tgtEl>
                                          <p:spTgt spid="55">
                                            <p:txEl>
                                              <p:pRg st="5" end="5"/>
                                            </p:txEl>
                                          </p:spTgt>
                                        </p:tgtEl>
                                        <p:attrNameLst>
                                          <p:attrName>style.visibility</p:attrName>
                                        </p:attrNameLst>
                                      </p:cBhvr>
                                      <p:to>
                                        <p:strVal val="visible"/>
                                      </p:to>
                                    </p:set>
                                    <p:animEffect filter="dissolve" transition="in">
                                      <p:cBhvr additive="repl">
                                        <p:cTn id="173" dur="500"/>
                                        <p:tgtEl>
                                          <p:spTgt spid="55">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1981080" y="136440"/>
            <a:ext cx="8229240" cy="1142640"/>
          </a:xfrm>
          <a:prstGeom prst="rect">
            <a:avLst/>
          </a:prstGeom>
          <a:noFill/>
          <a:ln w="0">
            <a:noFill/>
          </a:ln>
        </p:spPr>
        <p:txBody>
          <a:bodyPr lIns="91440" rIns="91440" tIns="45720" bIns="0" anchor="ctr">
            <a:noAutofit/>
          </a:bodyPr>
          <a:p>
            <a:pPr indent="0" algn="ctr" defTabSz="914400">
              <a:lnSpc>
                <a:spcPct val="80000"/>
              </a:lnSpc>
              <a:buNone/>
            </a:pPr>
            <a:r>
              <a:rPr b="1" lang="en-US" sz="4800" spc="97" strike="noStrike">
                <a:solidFill>
                  <a:schemeClr val="lt1"/>
                </a:solidFill>
                <a:latin typeface="Garamond"/>
              </a:rPr>
              <a:t>The Strobing Problem</a:t>
            </a:r>
            <a:endParaRPr b="0" lang="en-US" sz="4800" spc="-1" strike="noStrike">
              <a:solidFill>
                <a:schemeClr val="dk1"/>
              </a:solidFill>
              <a:latin typeface="Arial"/>
            </a:endParaRPr>
          </a:p>
        </p:txBody>
      </p:sp>
      <p:sp>
        <p:nvSpPr>
          <p:cNvPr id="73" name="PlaceHolder 2"/>
          <p:cNvSpPr>
            <a:spLocks noGrp="1"/>
          </p:cNvSpPr>
          <p:nvPr>
            <p:ph/>
          </p:nvPr>
        </p:nvSpPr>
        <p:spPr>
          <a:xfrm>
            <a:off x="2042280" y="1200600"/>
            <a:ext cx="9387720" cy="5461200"/>
          </a:xfrm>
          <a:prstGeom prst="rect">
            <a:avLst/>
          </a:prstGeom>
          <a:noFill/>
          <a:ln w="0">
            <a:noFill/>
          </a:ln>
        </p:spPr>
        <p:txBody>
          <a:bodyPr lIns="45720" rIns="45720" tIns="45720" bIns="45720" anchor="t">
            <a:normAutofit fontScale="93195"/>
          </a:bodyPr>
          <a:p>
            <a:pPr indent="0" defTabSz="914400">
              <a:lnSpc>
                <a:spcPct val="90000"/>
              </a:lnSpc>
              <a:spcBef>
                <a:spcPts val="1199"/>
              </a:spcBef>
              <a:spcAft>
                <a:spcPts val="201"/>
              </a:spcAft>
              <a:buNone/>
              <a:tabLst>
                <a:tab algn="l" pos="0"/>
              </a:tabLst>
            </a:pPr>
            <a:r>
              <a:rPr b="0" lang="en-US" sz="2800" spc="-1" strike="noStrike">
                <a:solidFill>
                  <a:srgbClr val="ffffff"/>
                </a:solidFill>
                <a:latin typeface="Arial Regular"/>
                <a:ea typeface="ＭＳ Ｐゴシック"/>
              </a:rPr>
              <a:t>Decision making models can exhibit strange patterns, flipping between some set of behaviors, if the model is too rigid. Such agents are said to be </a:t>
            </a:r>
            <a:r>
              <a:rPr b="1" lang="en-US" sz="2800" spc="-1" strike="noStrike">
                <a:solidFill>
                  <a:srgbClr val="00ff00"/>
                </a:solidFill>
                <a:latin typeface="Arial Regular"/>
                <a:ea typeface="ＭＳ Ｐゴシック"/>
              </a:rPr>
              <a:t>strobing</a:t>
            </a:r>
            <a:r>
              <a:rPr b="0" lang="en-US" sz="2800" spc="-1" strike="noStrike">
                <a:solidFill>
                  <a:srgbClr val="ffffff"/>
                </a:solidFill>
                <a:latin typeface="Arial Regular"/>
                <a:ea typeface="ＭＳ Ｐゴシック"/>
              </a:rPr>
              <a:t>.</a:t>
            </a:r>
            <a:endParaRPr b="0" lang="en-US" sz="2800" spc="-1" strike="noStrike">
              <a:solidFill>
                <a:srgbClr val="ffffff"/>
              </a:solidFill>
              <a:latin typeface="Arial Regular"/>
            </a:endParaRPr>
          </a:p>
          <a:p>
            <a:pPr indent="0" defTabSz="914400">
              <a:lnSpc>
                <a:spcPct val="90000"/>
              </a:lnSpc>
              <a:spcBef>
                <a:spcPts val="1199"/>
              </a:spcBef>
              <a:spcAft>
                <a:spcPts val="201"/>
              </a:spcAft>
              <a:buNone/>
              <a:tabLst>
                <a:tab algn="l" pos="0"/>
              </a:tabLst>
            </a:pPr>
            <a:endParaRPr b="0" lang="en-US" sz="2800" spc="-1" strike="noStrike">
              <a:solidFill>
                <a:srgbClr val="ffffff"/>
              </a:solidFill>
              <a:latin typeface="Arial Regular"/>
            </a:endParaRPr>
          </a:p>
          <a:p>
            <a:pPr indent="0" defTabSz="914400">
              <a:lnSpc>
                <a:spcPct val="90000"/>
              </a:lnSpc>
              <a:spcBef>
                <a:spcPts val="1199"/>
              </a:spcBef>
              <a:spcAft>
                <a:spcPts val="201"/>
              </a:spcAft>
              <a:buNone/>
              <a:tabLst>
                <a:tab algn="l" pos="0"/>
              </a:tabLst>
            </a:pPr>
            <a:r>
              <a:rPr b="0" lang="en-US" sz="2800" spc="-1" strike="noStrike" u="sng">
                <a:solidFill>
                  <a:srgbClr val="ffffff"/>
                </a:solidFill>
                <a:uFillTx/>
                <a:latin typeface="Arial Regular"/>
                <a:ea typeface="ＭＳ Ｐゴシック"/>
              </a:rPr>
              <a:t>Consider this Real Time Strategy:</a:t>
            </a:r>
            <a:endParaRPr b="0" lang="en-US" sz="2800" spc="-1" strike="noStrike">
              <a:solidFill>
                <a:srgbClr val="ffffff"/>
              </a:solidFill>
              <a:latin typeface="Arial Regular"/>
            </a:endParaRPr>
          </a:p>
          <a:p>
            <a:pPr lvl="1" defTabSz="914400">
              <a:lnSpc>
                <a:spcPct val="90000"/>
              </a:lnSpc>
              <a:spcBef>
                <a:spcPts val="1199"/>
              </a:spcBef>
              <a:spcAft>
                <a:spcPts val="201"/>
              </a:spcAft>
              <a:buClr>
                <a:srgbClr val="ffc000"/>
              </a:buClr>
              <a:buFont typeface="Arial"/>
              <a:buChar char="•"/>
              <a:tabLst>
                <a:tab algn="l" pos="0"/>
              </a:tabLst>
            </a:pPr>
            <a:r>
              <a:rPr b="0" lang="en-US" sz="2800" spc="-1" strike="noStrike">
                <a:solidFill>
                  <a:srgbClr val="ffffff"/>
                </a:solidFill>
                <a:latin typeface="Arial Regular"/>
                <a:ea typeface="ＭＳ Ｐゴシック"/>
              </a:rPr>
              <a:t> </a:t>
            </a:r>
            <a:r>
              <a:rPr b="0" lang="en-US" sz="2800" spc="-1" strike="noStrike">
                <a:solidFill>
                  <a:srgbClr val="ffffff"/>
                </a:solidFill>
                <a:latin typeface="Arial Regular"/>
                <a:ea typeface="ＭＳ Ｐゴシック"/>
              </a:rPr>
              <a:t>Player city, Alpha, appears undefended.</a:t>
            </a:r>
            <a:endParaRPr b="0" lang="en-US" sz="2800" spc="-1" strike="noStrike">
              <a:solidFill>
                <a:srgbClr val="ffffff"/>
              </a:solidFill>
              <a:latin typeface="Arial Regular"/>
            </a:endParaRPr>
          </a:p>
          <a:p>
            <a:pPr lvl="1" defTabSz="914400">
              <a:lnSpc>
                <a:spcPct val="90000"/>
              </a:lnSpc>
              <a:spcBef>
                <a:spcPts val="1199"/>
              </a:spcBef>
              <a:spcAft>
                <a:spcPts val="201"/>
              </a:spcAft>
              <a:buClr>
                <a:srgbClr val="ffc000"/>
              </a:buClr>
              <a:buFont typeface="Arial"/>
              <a:buChar char="•"/>
              <a:tabLst>
                <a:tab algn="l" pos="0"/>
              </a:tabLst>
            </a:pPr>
            <a:r>
              <a:rPr b="0" lang="en-US" sz="2800" spc="-1" strike="noStrike">
                <a:solidFill>
                  <a:srgbClr val="ffffff"/>
                </a:solidFill>
                <a:latin typeface="Arial Regular"/>
                <a:ea typeface="ＭＳ Ｐゴシック"/>
              </a:rPr>
              <a:t> </a:t>
            </a:r>
            <a:r>
              <a:rPr b="0" lang="en-US" sz="2800" spc="-1" strike="noStrike">
                <a:solidFill>
                  <a:srgbClr val="ffffff"/>
                </a:solidFill>
                <a:latin typeface="Arial Regular"/>
                <a:ea typeface="ＭＳ Ｐゴシック"/>
              </a:rPr>
              <a:t>AI chooses to attack Alpha, taking most of its army.</a:t>
            </a:r>
            <a:endParaRPr b="0" lang="en-US" sz="2800" spc="-1" strike="noStrike">
              <a:solidFill>
                <a:srgbClr val="ffffff"/>
              </a:solidFill>
              <a:latin typeface="Arial Regular"/>
            </a:endParaRPr>
          </a:p>
          <a:p>
            <a:pPr lvl="1" defTabSz="914400">
              <a:lnSpc>
                <a:spcPct val="90000"/>
              </a:lnSpc>
              <a:spcBef>
                <a:spcPts val="1199"/>
              </a:spcBef>
              <a:spcAft>
                <a:spcPts val="201"/>
              </a:spcAft>
              <a:buClr>
                <a:srgbClr val="ffc000"/>
              </a:buClr>
              <a:buFont typeface="Arial"/>
              <a:buChar char="•"/>
              <a:tabLst>
                <a:tab algn="l" pos="0"/>
              </a:tabLst>
            </a:pPr>
            <a:r>
              <a:rPr b="0" lang="en-US" sz="2800" spc="-1" strike="noStrike">
                <a:solidFill>
                  <a:srgbClr val="ffffff"/>
                </a:solidFill>
                <a:latin typeface="Arial Regular"/>
                <a:ea typeface="ＭＳ Ｐゴシック"/>
              </a:rPr>
              <a:t> </a:t>
            </a:r>
            <a:r>
              <a:rPr b="0" lang="en-US" sz="2800" spc="-1" strike="noStrike">
                <a:solidFill>
                  <a:srgbClr val="ffffff"/>
                </a:solidFill>
                <a:latin typeface="Arial Regular"/>
                <a:ea typeface="ＭＳ Ｐゴシック"/>
              </a:rPr>
              <a:t>When AI army is partway, player attacks AI city, Beta.</a:t>
            </a:r>
            <a:endParaRPr b="0" lang="en-US" sz="2800" spc="-1" strike="noStrike">
              <a:solidFill>
                <a:srgbClr val="ffffff"/>
              </a:solidFill>
              <a:latin typeface="Arial Regular"/>
            </a:endParaRPr>
          </a:p>
          <a:p>
            <a:pPr lvl="1" defTabSz="914400">
              <a:lnSpc>
                <a:spcPct val="90000"/>
              </a:lnSpc>
              <a:spcBef>
                <a:spcPts val="1199"/>
              </a:spcBef>
              <a:spcAft>
                <a:spcPts val="201"/>
              </a:spcAft>
              <a:buClr>
                <a:srgbClr val="ffc000"/>
              </a:buClr>
              <a:buFont typeface="Arial"/>
              <a:buChar char="•"/>
              <a:tabLst>
                <a:tab algn="l" pos="0"/>
              </a:tabLst>
            </a:pPr>
            <a:r>
              <a:rPr b="0" lang="en-US" sz="2800" spc="-1" strike="noStrike">
                <a:solidFill>
                  <a:srgbClr val="ffffff"/>
                </a:solidFill>
                <a:latin typeface="Arial Regular"/>
                <a:ea typeface="ＭＳ Ｐゴシック"/>
              </a:rPr>
              <a:t> </a:t>
            </a:r>
            <a:r>
              <a:rPr b="0" lang="en-US" sz="2800" spc="-1" strike="noStrike">
                <a:solidFill>
                  <a:srgbClr val="ffffff"/>
                </a:solidFill>
                <a:latin typeface="Arial Regular"/>
                <a:ea typeface="ＭＳ Ｐゴシック"/>
              </a:rPr>
              <a:t>AI army retreats back to protect Beta.</a:t>
            </a:r>
            <a:endParaRPr b="0" lang="en-US" sz="2800" spc="-1" strike="noStrike">
              <a:solidFill>
                <a:srgbClr val="ffffff"/>
              </a:solidFill>
              <a:latin typeface="Arial Regular"/>
            </a:endParaRPr>
          </a:p>
          <a:p>
            <a:pPr lvl="1" defTabSz="914400">
              <a:lnSpc>
                <a:spcPct val="90000"/>
              </a:lnSpc>
              <a:spcBef>
                <a:spcPts val="1199"/>
              </a:spcBef>
              <a:spcAft>
                <a:spcPts val="201"/>
              </a:spcAft>
              <a:buClr>
                <a:srgbClr val="ffc000"/>
              </a:buClr>
              <a:buFont typeface="Arial"/>
              <a:buChar char="•"/>
              <a:tabLst>
                <a:tab algn="l" pos="0"/>
              </a:tabLst>
            </a:pPr>
            <a:r>
              <a:rPr b="0" lang="en-US" sz="2800" spc="-1" strike="noStrike">
                <a:solidFill>
                  <a:srgbClr val="ffffff"/>
                </a:solidFill>
                <a:latin typeface="Arial Regular"/>
                <a:ea typeface="ＭＳ Ｐゴシック"/>
              </a:rPr>
              <a:t> </a:t>
            </a:r>
            <a:r>
              <a:rPr b="0" lang="en-US" sz="2800" spc="-1" strike="noStrike">
                <a:solidFill>
                  <a:srgbClr val="ffffff"/>
                </a:solidFill>
                <a:latin typeface="Arial Regular"/>
                <a:ea typeface="ＭＳ Ｐゴシック"/>
              </a:rPr>
              <a:t>Player withdraws army before AI army returns.</a:t>
            </a:r>
            <a:endParaRPr b="0" lang="en-US" sz="2800" spc="-1" strike="noStrike">
              <a:solidFill>
                <a:srgbClr val="ffffff"/>
              </a:solidFill>
              <a:latin typeface="Arial Regular"/>
            </a:endParaRPr>
          </a:p>
          <a:p>
            <a:pPr lvl="1" defTabSz="914400">
              <a:lnSpc>
                <a:spcPct val="90000"/>
              </a:lnSpc>
              <a:spcBef>
                <a:spcPts val="1199"/>
              </a:spcBef>
              <a:spcAft>
                <a:spcPts val="201"/>
              </a:spcAft>
              <a:buClr>
                <a:srgbClr val="ffc000"/>
              </a:buClr>
              <a:buFont typeface="Arial"/>
              <a:buChar char="•"/>
              <a:tabLst>
                <a:tab algn="l" pos="0"/>
              </a:tabLst>
            </a:pPr>
            <a:r>
              <a:rPr b="0" lang="en-US" sz="2800" spc="-1" strike="noStrike">
                <a:solidFill>
                  <a:srgbClr val="ffffff"/>
                </a:solidFill>
                <a:latin typeface="Arial Regular"/>
                <a:ea typeface="ＭＳ Ｐゴシック"/>
              </a:rPr>
              <a:t> </a:t>
            </a:r>
            <a:r>
              <a:rPr b="0" lang="en-US" sz="2800" spc="-1" strike="noStrike">
                <a:solidFill>
                  <a:srgbClr val="ffffff"/>
                </a:solidFill>
                <a:latin typeface="Arial Regular"/>
                <a:ea typeface="ＭＳ Ｐゴシック"/>
              </a:rPr>
              <a:t>Wash, rinse, repeat.</a:t>
            </a:r>
            <a:endParaRPr b="0" lang="en-US" sz="2800" spc="-1" strike="noStrike">
              <a:solidFill>
                <a:srgbClr val="ffffff"/>
              </a:solidFill>
              <a:latin typeface="Arial Regular"/>
            </a:endParaRPr>
          </a:p>
        </p:txBody>
      </p:sp>
    </p:spTree>
  </p:cSld>
  <mc:AlternateContent>
    <mc:Choice Requires="p14">
      <p:transition spd="slow" p14:dur="2000"/>
    </mc:Choice>
    <mc:Fallback>
      <p:transition spd="slow"/>
    </mc:Fallback>
  </mc:AlternateContent>
  <p:timing>
    <p:tnLst>
      <p:par>
        <p:cTn id="174" dur="indefinite" restart="never" nodeType="tmRoot">
          <p:childTnLst>
            <p:seq>
              <p:cTn id="175" dur="indefinite" nodeType="mainSeq">
                <p:childTnLst>
                  <p:par>
                    <p:cTn id="176" nodeType="clickEffect" fill="hold">
                      <p:stCondLst>
                        <p:cond delay="indefinite"/>
                      </p:stCondLst>
                      <p:childTnLst>
                        <p:par>
                          <p:cTn id="177" nodeType="withEffect" fill="hold">
                            <p:stCondLst>
                              <p:cond delay="0"/>
                            </p:stCondLst>
                            <p:childTnLst>
                              <p:par>
                                <p:cTn id="178" nodeType="clickEffect" fill="hold" presetClass="entr" presetID="9">
                                  <p:stCondLst>
                                    <p:cond delay="0"/>
                                  </p:stCondLst>
                                  <p:childTnLst>
                                    <p:set>
                                      <p:cBhvr>
                                        <p:cTn id="179" dur="1" fill="hold">
                                          <p:stCondLst>
                                            <p:cond delay="0"/>
                                          </p:stCondLst>
                                        </p:cTn>
                                        <p:tgtEl>
                                          <p:spTgt spid="73">
                                            <p:txEl>
                                              <p:pRg st="0" end="0"/>
                                            </p:txEl>
                                          </p:spTgt>
                                        </p:tgtEl>
                                        <p:attrNameLst>
                                          <p:attrName>style.visibility</p:attrName>
                                        </p:attrNameLst>
                                      </p:cBhvr>
                                      <p:to>
                                        <p:strVal val="visible"/>
                                      </p:to>
                                    </p:set>
                                    <p:animEffect filter="dissolve" transition="in">
                                      <p:cBhvr additive="repl">
                                        <p:cTn id="180" dur="500"/>
                                        <p:tgtEl>
                                          <p:spTgt spid="73">
                                            <p:txEl>
                                              <p:pRg st="0" end="0"/>
                                            </p:txEl>
                                          </p:spTgt>
                                        </p:tgtEl>
                                      </p:cBhvr>
                                    </p:animEffect>
                                  </p:childTnLst>
                                </p:cTn>
                              </p:par>
                            </p:childTnLst>
                          </p:cTn>
                        </p:par>
                      </p:childTnLst>
                    </p:cTn>
                  </p:par>
                  <p:par>
                    <p:cTn id="181" nodeType="clickEffect" fill="hold">
                      <p:stCondLst>
                        <p:cond delay="indefinite"/>
                      </p:stCondLst>
                      <p:childTnLst>
                        <p:par>
                          <p:cTn id="182" nodeType="withEffect" fill="hold">
                            <p:stCondLst>
                              <p:cond delay="0"/>
                            </p:stCondLst>
                            <p:childTnLst>
                              <p:par>
                                <p:cTn id="183" nodeType="clickEffect" fill="hold" presetClass="entr" presetID="9">
                                  <p:stCondLst>
                                    <p:cond delay="0"/>
                                  </p:stCondLst>
                                  <p:childTnLst>
                                    <p:set>
                                      <p:cBhvr>
                                        <p:cTn id="184" dur="1" fill="hold">
                                          <p:stCondLst>
                                            <p:cond delay="0"/>
                                          </p:stCondLst>
                                        </p:cTn>
                                        <p:tgtEl>
                                          <p:spTgt spid="73">
                                            <p:txEl>
                                              <p:pRg st="2" end="2"/>
                                            </p:txEl>
                                          </p:spTgt>
                                        </p:tgtEl>
                                        <p:attrNameLst>
                                          <p:attrName>style.visibility</p:attrName>
                                        </p:attrNameLst>
                                      </p:cBhvr>
                                      <p:to>
                                        <p:strVal val="visible"/>
                                      </p:to>
                                    </p:set>
                                    <p:animEffect filter="dissolve" transition="in">
                                      <p:cBhvr additive="repl">
                                        <p:cTn id="185" dur="500"/>
                                        <p:tgtEl>
                                          <p:spTgt spid="73">
                                            <p:txEl>
                                              <p:pRg st="2" end="2"/>
                                            </p:txEl>
                                          </p:spTgt>
                                        </p:tgtEl>
                                      </p:cBhvr>
                                    </p:animEffect>
                                  </p:childTnLst>
                                </p:cTn>
                              </p:par>
                            </p:childTnLst>
                          </p:cTn>
                        </p:par>
                      </p:childTnLst>
                    </p:cTn>
                  </p:par>
                  <p:par>
                    <p:cTn id="186" fill="hold">
                      <p:stCondLst>
                        <p:cond delay="indefinite"/>
                      </p:stCondLst>
                      <p:childTnLst>
                        <p:par>
                          <p:cTn id="187" fill="hold">
                            <p:stCondLst>
                              <p:cond delay="0"/>
                            </p:stCondLst>
                            <p:childTnLst>
                              <p:par>
                                <p:cTn id="188" nodeType="clickEffect" fill="hold" presetClass="entr" presetID="9">
                                  <p:stCondLst>
                                    <p:cond delay="0"/>
                                  </p:stCondLst>
                                  <p:childTnLst>
                                    <p:set>
                                      <p:cBhvr>
                                        <p:cTn id="189" dur="1" fill="hold">
                                          <p:stCondLst>
                                            <p:cond delay="0"/>
                                          </p:stCondLst>
                                        </p:cTn>
                                        <p:tgtEl>
                                          <p:spTgt spid="73">
                                            <p:txEl>
                                              <p:pRg st="3" end="3"/>
                                            </p:txEl>
                                          </p:spTgt>
                                        </p:tgtEl>
                                        <p:attrNameLst>
                                          <p:attrName>style.visibility</p:attrName>
                                        </p:attrNameLst>
                                      </p:cBhvr>
                                      <p:to>
                                        <p:strVal val="visible"/>
                                      </p:to>
                                    </p:set>
                                    <p:animEffect filter="dissolve" transition="in">
                                      <p:cBhvr additive="repl">
                                        <p:cTn id="190" dur="500"/>
                                        <p:tgtEl>
                                          <p:spTgt spid="73">
                                            <p:txEl>
                                              <p:pRg st="3" end="3"/>
                                            </p:txEl>
                                          </p:spTgt>
                                        </p:tgtEl>
                                      </p:cBhvr>
                                    </p:animEffect>
                                  </p:childTnLst>
                                </p:cTn>
                              </p:par>
                            </p:childTnLst>
                          </p:cTn>
                        </p:par>
                      </p:childTnLst>
                    </p:cTn>
                  </p:par>
                  <p:par>
                    <p:cTn id="191" fill="hold">
                      <p:stCondLst>
                        <p:cond delay="indefinite"/>
                      </p:stCondLst>
                      <p:childTnLst>
                        <p:par>
                          <p:cTn id="192" fill="hold">
                            <p:stCondLst>
                              <p:cond delay="0"/>
                            </p:stCondLst>
                            <p:childTnLst>
                              <p:par>
                                <p:cTn id="193" nodeType="clickEffect" fill="hold" presetClass="entr" presetID="9">
                                  <p:stCondLst>
                                    <p:cond delay="0"/>
                                  </p:stCondLst>
                                  <p:childTnLst>
                                    <p:set>
                                      <p:cBhvr>
                                        <p:cTn id="194" dur="1" fill="hold">
                                          <p:stCondLst>
                                            <p:cond delay="0"/>
                                          </p:stCondLst>
                                        </p:cTn>
                                        <p:tgtEl>
                                          <p:spTgt spid="73">
                                            <p:txEl>
                                              <p:pRg st="4" end="4"/>
                                            </p:txEl>
                                          </p:spTgt>
                                        </p:tgtEl>
                                        <p:attrNameLst>
                                          <p:attrName>style.visibility</p:attrName>
                                        </p:attrNameLst>
                                      </p:cBhvr>
                                      <p:to>
                                        <p:strVal val="visible"/>
                                      </p:to>
                                    </p:set>
                                    <p:animEffect filter="dissolve" transition="in">
                                      <p:cBhvr additive="repl">
                                        <p:cTn id="195" dur="500"/>
                                        <p:tgtEl>
                                          <p:spTgt spid="73">
                                            <p:txEl>
                                              <p:pRg st="4" end="4"/>
                                            </p:txEl>
                                          </p:spTgt>
                                        </p:tgtEl>
                                      </p:cBhvr>
                                    </p:animEffect>
                                  </p:childTnLst>
                                </p:cTn>
                              </p:par>
                            </p:childTnLst>
                          </p:cTn>
                        </p:par>
                      </p:childTnLst>
                    </p:cTn>
                  </p:par>
                  <p:par>
                    <p:cTn id="196" fill="hold">
                      <p:stCondLst>
                        <p:cond delay="indefinite"/>
                      </p:stCondLst>
                      <p:childTnLst>
                        <p:par>
                          <p:cTn id="197" fill="hold">
                            <p:stCondLst>
                              <p:cond delay="0"/>
                            </p:stCondLst>
                            <p:childTnLst>
                              <p:par>
                                <p:cTn id="198" nodeType="clickEffect" fill="hold" presetClass="entr" presetID="9">
                                  <p:stCondLst>
                                    <p:cond delay="0"/>
                                  </p:stCondLst>
                                  <p:childTnLst>
                                    <p:set>
                                      <p:cBhvr>
                                        <p:cTn id="199" dur="1" fill="hold">
                                          <p:stCondLst>
                                            <p:cond delay="0"/>
                                          </p:stCondLst>
                                        </p:cTn>
                                        <p:tgtEl>
                                          <p:spTgt spid="73">
                                            <p:txEl>
                                              <p:pRg st="5" end="5"/>
                                            </p:txEl>
                                          </p:spTgt>
                                        </p:tgtEl>
                                        <p:attrNameLst>
                                          <p:attrName>style.visibility</p:attrName>
                                        </p:attrNameLst>
                                      </p:cBhvr>
                                      <p:to>
                                        <p:strVal val="visible"/>
                                      </p:to>
                                    </p:set>
                                    <p:animEffect filter="dissolve" transition="in">
                                      <p:cBhvr additive="repl">
                                        <p:cTn id="200" dur="500"/>
                                        <p:tgtEl>
                                          <p:spTgt spid="73">
                                            <p:txEl>
                                              <p:pRg st="5" end="5"/>
                                            </p:txEl>
                                          </p:spTgt>
                                        </p:tgtEl>
                                      </p:cBhvr>
                                    </p:animEffect>
                                  </p:childTnLst>
                                </p:cTn>
                              </p:par>
                            </p:childTnLst>
                          </p:cTn>
                        </p:par>
                      </p:childTnLst>
                    </p:cTn>
                  </p:par>
                  <p:par>
                    <p:cTn id="201" fill="hold">
                      <p:stCondLst>
                        <p:cond delay="indefinite"/>
                      </p:stCondLst>
                      <p:childTnLst>
                        <p:par>
                          <p:cTn id="202" fill="hold">
                            <p:stCondLst>
                              <p:cond delay="0"/>
                            </p:stCondLst>
                            <p:childTnLst>
                              <p:par>
                                <p:cTn id="203" nodeType="clickEffect" fill="hold" presetClass="entr" presetID="9">
                                  <p:stCondLst>
                                    <p:cond delay="0"/>
                                  </p:stCondLst>
                                  <p:childTnLst>
                                    <p:set>
                                      <p:cBhvr>
                                        <p:cTn id="204" dur="1" fill="hold">
                                          <p:stCondLst>
                                            <p:cond delay="0"/>
                                          </p:stCondLst>
                                        </p:cTn>
                                        <p:tgtEl>
                                          <p:spTgt spid="73">
                                            <p:txEl>
                                              <p:pRg st="6" end="6"/>
                                            </p:txEl>
                                          </p:spTgt>
                                        </p:tgtEl>
                                        <p:attrNameLst>
                                          <p:attrName>style.visibility</p:attrName>
                                        </p:attrNameLst>
                                      </p:cBhvr>
                                      <p:to>
                                        <p:strVal val="visible"/>
                                      </p:to>
                                    </p:set>
                                    <p:animEffect filter="dissolve" transition="in">
                                      <p:cBhvr additive="repl">
                                        <p:cTn id="205" dur="500"/>
                                        <p:tgtEl>
                                          <p:spTgt spid="73">
                                            <p:txEl>
                                              <p:pRg st="6" end="6"/>
                                            </p:txEl>
                                          </p:spTgt>
                                        </p:tgtEl>
                                      </p:cBhvr>
                                    </p:animEffect>
                                  </p:childTnLst>
                                </p:cTn>
                              </p:par>
                            </p:childTnLst>
                          </p:cTn>
                        </p:par>
                      </p:childTnLst>
                    </p:cTn>
                  </p:par>
                  <p:par>
                    <p:cTn id="206" fill="hold">
                      <p:stCondLst>
                        <p:cond delay="indefinite"/>
                      </p:stCondLst>
                      <p:childTnLst>
                        <p:par>
                          <p:cTn id="207" fill="hold">
                            <p:stCondLst>
                              <p:cond delay="0"/>
                            </p:stCondLst>
                            <p:childTnLst>
                              <p:par>
                                <p:cTn id="208" nodeType="clickEffect" fill="hold" presetClass="entr" presetID="9">
                                  <p:stCondLst>
                                    <p:cond delay="0"/>
                                  </p:stCondLst>
                                  <p:childTnLst>
                                    <p:set>
                                      <p:cBhvr>
                                        <p:cTn id="209" dur="1" fill="hold">
                                          <p:stCondLst>
                                            <p:cond delay="0"/>
                                          </p:stCondLst>
                                        </p:cTn>
                                        <p:tgtEl>
                                          <p:spTgt spid="73">
                                            <p:txEl>
                                              <p:pRg st="7" end="7"/>
                                            </p:txEl>
                                          </p:spTgt>
                                        </p:tgtEl>
                                        <p:attrNameLst>
                                          <p:attrName>style.visibility</p:attrName>
                                        </p:attrNameLst>
                                      </p:cBhvr>
                                      <p:to>
                                        <p:strVal val="visible"/>
                                      </p:to>
                                    </p:set>
                                    <p:animEffect filter="dissolve" transition="in">
                                      <p:cBhvr additive="repl">
                                        <p:cTn id="210" dur="500"/>
                                        <p:tgtEl>
                                          <p:spTgt spid="73">
                                            <p:txEl>
                                              <p:pRg st="7" end="7"/>
                                            </p:txEl>
                                          </p:spTgt>
                                        </p:tgtEl>
                                      </p:cBhvr>
                                    </p:animEffect>
                                  </p:childTnLst>
                                </p:cTn>
                              </p:par>
                            </p:childTnLst>
                          </p:cTn>
                        </p:par>
                      </p:childTnLst>
                    </p:cTn>
                  </p:par>
                  <p:par>
                    <p:cTn id="211" fill="hold">
                      <p:stCondLst>
                        <p:cond delay="indefinite"/>
                      </p:stCondLst>
                      <p:childTnLst>
                        <p:par>
                          <p:cTn id="212" fill="hold">
                            <p:stCondLst>
                              <p:cond delay="0"/>
                            </p:stCondLst>
                            <p:childTnLst>
                              <p:par>
                                <p:cTn id="213" nodeType="clickEffect" fill="hold" presetClass="entr" presetID="9">
                                  <p:stCondLst>
                                    <p:cond delay="0"/>
                                  </p:stCondLst>
                                  <p:childTnLst>
                                    <p:set>
                                      <p:cBhvr>
                                        <p:cTn id="214" dur="1" fill="hold">
                                          <p:stCondLst>
                                            <p:cond delay="0"/>
                                          </p:stCondLst>
                                        </p:cTn>
                                        <p:tgtEl>
                                          <p:spTgt spid="73">
                                            <p:txEl>
                                              <p:pRg st="8" end="8"/>
                                            </p:txEl>
                                          </p:spTgt>
                                        </p:tgtEl>
                                        <p:attrNameLst>
                                          <p:attrName>style.visibility</p:attrName>
                                        </p:attrNameLst>
                                      </p:cBhvr>
                                      <p:to>
                                        <p:strVal val="visible"/>
                                      </p:to>
                                    </p:set>
                                    <p:animEffect filter="dissolve" transition="in">
                                      <p:cBhvr additive="repl">
                                        <p:cTn id="215" dur="500"/>
                                        <p:tgtEl>
                                          <p:spTgt spid="73">
                                            <p:txEl>
                                              <p:pRg st="8" end="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1981080" y="136440"/>
            <a:ext cx="8229240" cy="1142640"/>
          </a:xfrm>
          <a:prstGeom prst="rect">
            <a:avLst/>
          </a:prstGeom>
          <a:noFill/>
          <a:ln w="0">
            <a:noFill/>
          </a:ln>
        </p:spPr>
        <p:txBody>
          <a:bodyPr lIns="91440" rIns="91440" tIns="45720" bIns="0" anchor="ctr">
            <a:noAutofit/>
          </a:bodyPr>
          <a:p>
            <a:pPr indent="0" algn="ctr" defTabSz="914400">
              <a:lnSpc>
                <a:spcPct val="80000"/>
              </a:lnSpc>
              <a:buNone/>
            </a:pPr>
            <a:r>
              <a:rPr b="1" lang="en-US" sz="4800" spc="97" strike="noStrike">
                <a:solidFill>
                  <a:schemeClr val="lt1"/>
                </a:solidFill>
                <a:latin typeface="Garamond"/>
              </a:rPr>
              <a:t>Building Momentum</a:t>
            </a:r>
            <a:endParaRPr b="0" lang="en-US" sz="4800" spc="-1" strike="noStrike">
              <a:solidFill>
                <a:schemeClr val="dk1"/>
              </a:solidFill>
              <a:latin typeface="Arial"/>
            </a:endParaRPr>
          </a:p>
        </p:txBody>
      </p:sp>
      <p:sp>
        <p:nvSpPr>
          <p:cNvPr id="75" name="PlaceHolder 2"/>
          <p:cNvSpPr>
            <a:spLocks noGrp="1"/>
          </p:cNvSpPr>
          <p:nvPr>
            <p:ph/>
          </p:nvPr>
        </p:nvSpPr>
        <p:spPr>
          <a:xfrm>
            <a:off x="1032120" y="1279080"/>
            <a:ext cx="9928080" cy="493524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tabLst>
                <a:tab algn="l" pos="0"/>
              </a:tabLst>
            </a:pPr>
            <a:r>
              <a:rPr b="0" lang="en-US" sz="2800" spc="-1" strike="noStrike">
                <a:solidFill>
                  <a:srgbClr val="ffffff"/>
                </a:solidFill>
                <a:latin typeface="Arial Regular"/>
                <a:ea typeface="ＭＳ Ｐゴシック"/>
              </a:rPr>
              <a:t>We can prevent flip-flopping and overreaction by establishing </a:t>
            </a:r>
            <a:r>
              <a:rPr b="1" lang="en-US" sz="2800" spc="-1" strike="noStrike">
                <a:solidFill>
                  <a:srgbClr val="00ff00"/>
                </a:solidFill>
                <a:latin typeface="Arial Regular"/>
                <a:ea typeface="ＭＳ Ｐゴシック"/>
              </a:rPr>
              <a:t>momentum</a:t>
            </a:r>
            <a:r>
              <a:rPr b="0" lang="en-US" sz="2800" spc="-1" strike="noStrike">
                <a:solidFill>
                  <a:srgbClr val="ffffff"/>
                </a:solidFill>
                <a:latin typeface="Arial Regular"/>
                <a:ea typeface="ＭＳ Ｐゴシック"/>
              </a:rPr>
              <a:t> (or using </a:t>
            </a:r>
            <a:r>
              <a:rPr b="0" i="1" lang="en-US" sz="2800" spc="-1" strike="noStrike">
                <a:solidFill>
                  <a:srgbClr val="ffffff"/>
                </a:solidFill>
                <a:latin typeface="Arial Regular"/>
                <a:ea typeface="ＭＳ Ｐゴシック"/>
              </a:rPr>
              <a:t>hysteresis</a:t>
            </a:r>
            <a:r>
              <a:rPr b="0" lang="en-US" sz="2800" spc="-1" strike="noStrike">
                <a:solidFill>
                  <a:srgbClr val="ffffff"/>
                </a:solidFill>
                <a:latin typeface="Arial Regular"/>
                <a:ea typeface="ＭＳ Ｐゴシック"/>
              </a:rPr>
              <a:t>) for decisions.</a:t>
            </a:r>
            <a:endParaRPr b="0" lang="en-US" sz="2800" spc="-1" strike="noStrike">
              <a:solidFill>
                <a:srgbClr val="ffffff"/>
              </a:solidFill>
              <a:latin typeface="Arial Regular"/>
            </a:endParaRPr>
          </a:p>
          <a:p>
            <a:pPr indent="0" defTabSz="914400">
              <a:lnSpc>
                <a:spcPct val="90000"/>
              </a:lnSpc>
              <a:spcBef>
                <a:spcPts val="1199"/>
              </a:spcBef>
              <a:spcAft>
                <a:spcPts val="201"/>
              </a:spcAft>
              <a:buNone/>
              <a:tabLst>
                <a:tab algn="l" pos="0"/>
              </a:tabLst>
            </a:pPr>
            <a:endParaRPr b="0" lang="en-US" sz="2800" spc="-1" strike="noStrike">
              <a:solidFill>
                <a:srgbClr val="ffffff"/>
              </a:solidFill>
              <a:latin typeface="Arial Regular"/>
            </a:endParaRPr>
          </a:p>
          <a:p>
            <a:pPr indent="0" defTabSz="914400">
              <a:lnSpc>
                <a:spcPct val="90000"/>
              </a:lnSpc>
              <a:spcBef>
                <a:spcPts val="1199"/>
              </a:spcBef>
              <a:spcAft>
                <a:spcPts val="201"/>
              </a:spcAft>
              <a:buNone/>
              <a:tabLst>
                <a:tab algn="l" pos="0"/>
              </a:tabLst>
            </a:pPr>
            <a:r>
              <a:rPr b="0" lang="en-US" sz="2800" spc="-1" strike="noStrike" u="sng">
                <a:solidFill>
                  <a:srgbClr val="ffffff"/>
                </a:solidFill>
                <a:uFillTx/>
                <a:latin typeface="Arial Regular"/>
                <a:ea typeface="ＭＳ Ｐゴシック"/>
              </a:rPr>
              <a:t>Methods for establishing momentum:</a:t>
            </a:r>
            <a:endParaRPr b="0" lang="en-US" sz="2800" spc="-1" strike="noStrike">
              <a:solidFill>
                <a:srgbClr val="ffffff"/>
              </a:solidFill>
              <a:latin typeface="Arial Regular"/>
            </a:endParaRPr>
          </a:p>
          <a:p>
            <a:pPr lvl="1" defTabSz="914400">
              <a:lnSpc>
                <a:spcPct val="90000"/>
              </a:lnSpc>
              <a:spcBef>
                <a:spcPts val="1199"/>
              </a:spcBef>
              <a:spcAft>
                <a:spcPts val="201"/>
              </a:spcAft>
              <a:buClr>
                <a:srgbClr val="ffc000"/>
              </a:buClr>
              <a:buFont typeface="Arial"/>
              <a:buChar char="•"/>
              <a:tabLst>
                <a:tab algn="l" pos="0"/>
              </a:tabLst>
            </a:pPr>
            <a:r>
              <a:rPr b="0" lang="en-US" sz="2800" spc="-1" strike="noStrike">
                <a:solidFill>
                  <a:srgbClr val="ffffff"/>
                </a:solidFill>
                <a:latin typeface="Arial Regular"/>
                <a:ea typeface="ＭＳ Ｐゴシック"/>
              </a:rPr>
              <a:t> </a:t>
            </a:r>
            <a:r>
              <a:rPr b="0" lang="en-US" sz="2800" spc="-1" strike="noStrike">
                <a:solidFill>
                  <a:srgbClr val="ffffff"/>
                </a:solidFill>
                <a:latin typeface="Arial Regular"/>
                <a:ea typeface="ＭＳ Ｐゴシック"/>
              </a:rPr>
              <a:t>Greatly preferring newly-picked actions</a:t>
            </a:r>
            <a:r>
              <a:rPr b="0" lang="en-US" sz="2800" spc="-1" strike="noStrike">
                <a:solidFill>
                  <a:srgbClr val="ffffff"/>
                </a:solidFill>
                <a:latin typeface="Arial Regular"/>
                <a:ea typeface="ＭＳ Ｐゴシック"/>
              </a:rPr>
              <a:t> (inhibition)</a:t>
            </a:r>
            <a:endParaRPr b="0" lang="en-US" sz="2800" spc="-1" strike="noStrike">
              <a:solidFill>
                <a:srgbClr val="ffffff"/>
              </a:solidFill>
              <a:latin typeface="Arial Regular"/>
            </a:endParaRPr>
          </a:p>
          <a:p>
            <a:pPr lvl="1" defTabSz="914400">
              <a:lnSpc>
                <a:spcPct val="90000"/>
              </a:lnSpc>
              <a:spcBef>
                <a:spcPts val="1199"/>
              </a:spcBef>
              <a:spcAft>
                <a:spcPts val="201"/>
              </a:spcAft>
              <a:buClr>
                <a:srgbClr val="ffc000"/>
              </a:buClr>
              <a:buFont typeface="Arial"/>
              <a:buChar char="•"/>
              <a:tabLst>
                <a:tab algn="l" pos="0"/>
              </a:tabLst>
            </a:pPr>
            <a:r>
              <a:rPr b="0" lang="en-US" sz="2800" spc="-1" strike="noStrike">
                <a:solidFill>
                  <a:srgbClr val="ffffff"/>
                </a:solidFill>
                <a:latin typeface="Arial Regular"/>
                <a:ea typeface="ＭＳ Ｐゴシック"/>
              </a:rPr>
              <a:t> </a:t>
            </a:r>
            <a:r>
              <a:rPr b="0" lang="en-US" sz="2800" spc="-1" strike="noStrike">
                <a:solidFill>
                  <a:srgbClr val="ffffff"/>
                </a:solidFill>
                <a:latin typeface="Arial Regular"/>
                <a:ea typeface="ＭＳ Ｐゴシック"/>
              </a:rPr>
              <a:t>Threshold for returning to actions (cooldowns)</a:t>
            </a:r>
            <a:endParaRPr b="0" lang="en-US" sz="2800" spc="-1" strike="noStrike">
              <a:solidFill>
                <a:srgbClr val="ffffff"/>
              </a:solidFill>
              <a:latin typeface="Arial Regular"/>
            </a:endParaRPr>
          </a:p>
          <a:p>
            <a:pPr lvl="1" defTabSz="914400">
              <a:lnSpc>
                <a:spcPct val="90000"/>
              </a:lnSpc>
              <a:spcBef>
                <a:spcPts val="1199"/>
              </a:spcBef>
              <a:spcAft>
                <a:spcPts val="201"/>
              </a:spcAft>
              <a:buClr>
                <a:srgbClr val="ffc000"/>
              </a:buClr>
              <a:buFont typeface="Arial"/>
              <a:buChar char="•"/>
              <a:tabLst>
                <a:tab algn="l" pos="0"/>
              </a:tabLst>
            </a:pPr>
            <a:r>
              <a:rPr b="0" lang="en-US" sz="2800" spc="-1" strike="noStrike">
                <a:solidFill>
                  <a:srgbClr val="ffffff"/>
                </a:solidFill>
                <a:latin typeface="Arial Regular"/>
                <a:ea typeface="ＭＳ Ｐゴシック"/>
              </a:rPr>
              <a:t> </a:t>
            </a:r>
            <a:r>
              <a:rPr b="0" lang="en-US" sz="2800" spc="-1" strike="noStrike">
                <a:solidFill>
                  <a:srgbClr val="ffffff"/>
                </a:solidFill>
                <a:latin typeface="Arial Regular"/>
                <a:ea typeface="ＭＳ Ｐゴシック"/>
              </a:rPr>
              <a:t>Commitment to completing task</a:t>
            </a:r>
            <a:endParaRPr b="0" lang="en-US" sz="2800" spc="-1" strike="noStrike">
              <a:solidFill>
                <a:srgbClr val="ffffff"/>
              </a:solidFill>
              <a:latin typeface="Arial Regular"/>
            </a:endParaRPr>
          </a:p>
          <a:p>
            <a:pPr lvl="1" defTabSz="914400">
              <a:lnSpc>
                <a:spcPct val="90000"/>
              </a:lnSpc>
              <a:spcBef>
                <a:spcPts val="1199"/>
              </a:spcBef>
              <a:spcAft>
                <a:spcPts val="201"/>
              </a:spcAft>
              <a:buClr>
                <a:srgbClr val="ffc000"/>
              </a:buClr>
              <a:buFont typeface="Arial"/>
              <a:buChar char="•"/>
              <a:tabLst>
                <a:tab algn="l" pos="0"/>
              </a:tabLst>
            </a:pPr>
            <a:r>
              <a:rPr b="0" lang="en-US" sz="2800" spc="-1" strike="noStrike">
                <a:solidFill>
                  <a:srgbClr val="ffffff"/>
                </a:solidFill>
                <a:latin typeface="Arial Regular"/>
                <a:ea typeface="ＭＳ Ｐゴシック"/>
              </a:rPr>
              <a:t> </a:t>
            </a:r>
            <a:r>
              <a:rPr b="0" lang="en-US" sz="2800" spc="-1" strike="noStrike">
                <a:solidFill>
                  <a:srgbClr val="ffffff"/>
                </a:solidFill>
                <a:latin typeface="Arial Regular"/>
                <a:ea typeface="ＭＳ Ｐゴシック"/>
              </a:rPr>
              <a:t>Time limits for tasks</a:t>
            </a:r>
            <a:endParaRPr b="0" lang="en-US" sz="2800" spc="-1" strike="noStrike">
              <a:solidFill>
                <a:srgbClr val="ffffff"/>
              </a:solidFill>
              <a:latin typeface="Arial Regular"/>
            </a:endParaRPr>
          </a:p>
          <a:p>
            <a:pPr lvl="1" defTabSz="914400">
              <a:lnSpc>
                <a:spcPct val="90000"/>
              </a:lnSpc>
              <a:spcBef>
                <a:spcPts val="1199"/>
              </a:spcBef>
              <a:spcAft>
                <a:spcPts val="201"/>
              </a:spcAft>
              <a:buClr>
                <a:srgbClr val="ffc000"/>
              </a:buClr>
              <a:buFont typeface="Arial"/>
              <a:buChar char="•"/>
              <a:tabLst>
                <a:tab algn="l" pos="0"/>
              </a:tabLst>
            </a:pPr>
            <a:r>
              <a:rPr b="0" lang="en-US" sz="2800" spc="-1" strike="noStrike">
                <a:solidFill>
                  <a:srgbClr val="ffffff"/>
                </a:solidFill>
                <a:latin typeface="Arial Regular"/>
                <a:ea typeface="ＭＳ Ｐゴシック"/>
              </a:rPr>
              <a:t> </a:t>
            </a:r>
            <a:r>
              <a:rPr b="0" lang="en-US" sz="2800" spc="-1" strike="noStrike">
                <a:solidFill>
                  <a:srgbClr val="ffffff"/>
                </a:solidFill>
                <a:latin typeface="Arial Regular"/>
                <a:ea typeface="ＭＳ Ｐゴシック"/>
              </a:rPr>
              <a:t>Learning</a:t>
            </a:r>
            <a:endParaRPr b="0" lang="en-US" sz="2800" spc="-1" strike="noStrike">
              <a:solidFill>
                <a:srgbClr val="ffffff"/>
              </a:solidFill>
              <a:latin typeface="Arial Regular"/>
            </a:endParaRPr>
          </a:p>
          <a:p>
            <a:pPr indent="0" defTabSz="914400">
              <a:lnSpc>
                <a:spcPct val="90000"/>
              </a:lnSpc>
              <a:spcBef>
                <a:spcPts val="1199"/>
              </a:spcBef>
              <a:spcAft>
                <a:spcPts val="201"/>
              </a:spcAft>
              <a:buNone/>
              <a:tabLst>
                <a:tab algn="l" pos="0"/>
              </a:tabLst>
            </a:pPr>
            <a:endParaRPr b="0" lang="en-US" sz="2800" spc="-1" strike="noStrike">
              <a:solidFill>
                <a:srgbClr val="ffffff"/>
              </a:solidFill>
              <a:latin typeface="Arial Regular"/>
            </a:endParaRPr>
          </a:p>
        </p:txBody>
      </p:sp>
      <p:pic>
        <p:nvPicPr>
          <p:cNvPr id="76" name="Picture 7" descr="C:\Users\Jeremiah Blanchard\AppData\Local\Microsoft\Windows\Temporary Internet Files\Content.IE5\I0NDU540\MC900318270[1].wmf"/>
          <p:cNvPicPr/>
          <p:nvPr/>
        </p:nvPicPr>
        <p:blipFill>
          <a:blip r:embed="rId1"/>
          <a:stretch/>
        </p:blipFill>
        <p:spPr>
          <a:xfrm>
            <a:off x="5959440" y="4022640"/>
            <a:ext cx="4188960" cy="2103120"/>
          </a:xfrm>
          <a:prstGeom prst="rect">
            <a:avLst/>
          </a:prstGeom>
          <a:ln w="0">
            <a:noFill/>
          </a:ln>
        </p:spPr>
      </p:pic>
    </p:spTree>
  </p:cSld>
  <mc:AlternateContent>
    <mc:Choice Requires="p14">
      <p:transition spd="slow" p14:dur="2000"/>
    </mc:Choice>
    <mc:Fallback>
      <p:transition spd="slow"/>
    </mc:Fallback>
  </mc:AlternateContent>
  <p:timing>
    <p:tnLst>
      <p:par>
        <p:cTn id="216" dur="indefinite" restart="never" nodeType="tmRoot">
          <p:childTnLst>
            <p:seq>
              <p:cTn id="217" dur="indefinite" nodeType="mainSeq">
                <p:childTnLst>
                  <p:par>
                    <p:cTn id="218" nodeType="clickEffect" fill="hold">
                      <p:stCondLst>
                        <p:cond delay="indefinite"/>
                      </p:stCondLst>
                      <p:childTnLst>
                        <p:par>
                          <p:cTn id="219" nodeType="withEffect" fill="hold">
                            <p:stCondLst>
                              <p:cond delay="0"/>
                            </p:stCondLst>
                            <p:childTnLst>
                              <p:par>
                                <p:cTn id="220" nodeType="clickEffect" fill="hold" presetClass="entr" presetID="9">
                                  <p:stCondLst>
                                    <p:cond delay="0"/>
                                  </p:stCondLst>
                                  <p:childTnLst>
                                    <p:set>
                                      <p:cBhvr>
                                        <p:cTn id="221" dur="1" fill="hold">
                                          <p:stCondLst>
                                            <p:cond delay="0"/>
                                          </p:stCondLst>
                                        </p:cTn>
                                        <p:tgtEl>
                                          <p:spTgt spid="75">
                                            <p:txEl>
                                              <p:pRg st="0" end="0"/>
                                            </p:txEl>
                                          </p:spTgt>
                                        </p:tgtEl>
                                        <p:attrNameLst>
                                          <p:attrName>style.visibility</p:attrName>
                                        </p:attrNameLst>
                                      </p:cBhvr>
                                      <p:to>
                                        <p:strVal val="visible"/>
                                      </p:to>
                                    </p:set>
                                    <p:animEffect filter="dissolve" transition="in">
                                      <p:cBhvr additive="repl">
                                        <p:cTn id="222" dur="500"/>
                                        <p:tgtEl>
                                          <p:spTgt spid="75">
                                            <p:txEl>
                                              <p:pRg st="0" end="0"/>
                                            </p:txEl>
                                          </p:spTgt>
                                        </p:tgtEl>
                                      </p:cBhvr>
                                    </p:animEffect>
                                  </p:childTnLst>
                                </p:cTn>
                              </p:par>
                            </p:childTnLst>
                          </p:cTn>
                        </p:par>
                      </p:childTnLst>
                    </p:cTn>
                  </p:par>
                  <p:par>
                    <p:cTn id="223" nodeType="clickEffect" fill="hold">
                      <p:stCondLst>
                        <p:cond delay="indefinite"/>
                      </p:stCondLst>
                      <p:childTnLst>
                        <p:par>
                          <p:cTn id="224" nodeType="withEffect" fill="hold">
                            <p:stCondLst>
                              <p:cond delay="0"/>
                            </p:stCondLst>
                            <p:childTnLst>
                              <p:par>
                                <p:cTn id="225" nodeType="clickEffect" fill="hold" presetClass="entr" presetID="9">
                                  <p:stCondLst>
                                    <p:cond delay="0"/>
                                  </p:stCondLst>
                                  <p:childTnLst>
                                    <p:set>
                                      <p:cBhvr>
                                        <p:cTn id="226" dur="1" fill="hold">
                                          <p:stCondLst>
                                            <p:cond delay="0"/>
                                          </p:stCondLst>
                                        </p:cTn>
                                        <p:tgtEl>
                                          <p:spTgt spid="75">
                                            <p:txEl>
                                              <p:pRg st="2" end="2"/>
                                            </p:txEl>
                                          </p:spTgt>
                                        </p:tgtEl>
                                        <p:attrNameLst>
                                          <p:attrName>style.visibility</p:attrName>
                                        </p:attrNameLst>
                                      </p:cBhvr>
                                      <p:to>
                                        <p:strVal val="visible"/>
                                      </p:to>
                                    </p:set>
                                    <p:animEffect filter="dissolve" transition="in">
                                      <p:cBhvr additive="repl">
                                        <p:cTn id="227" dur="500"/>
                                        <p:tgtEl>
                                          <p:spTgt spid="75">
                                            <p:txEl>
                                              <p:pRg st="2" end="2"/>
                                            </p:txEl>
                                          </p:spTgt>
                                        </p:tgtEl>
                                      </p:cBhvr>
                                    </p:animEffect>
                                  </p:childTnLst>
                                </p:cTn>
                              </p:par>
                            </p:childTnLst>
                          </p:cTn>
                        </p:par>
                      </p:childTnLst>
                    </p:cTn>
                  </p:par>
                  <p:par>
                    <p:cTn id="228" fill="hold">
                      <p:stCondLst>
                        <p:cond delay="indefinite"/>
                      </p:stCondLst>
                      <p:childTnLst>
                        <p:par>
                          <p:cTn id="229" fill="hold">
                            <p:stCondLst>
                              <p:cond delay="0"/>
                            </p:stCondLst>
                            <p:childTnLst>
                              <p:par>
                                <p:cTn id="230" nodeType="clickEffect" fill="hold" presetClass="entr" presetID="9">
                                  <p:stCondLst>
                                    <p:cond delay="0"/>
                                  </p:stCondLst>
                                  <p:childTnLst>
                                    <p:set>
                                      <p:cBhvr>
                                        <p:cTn id="231" dur="1" fill="hold">
                                          <p:stCondLst>
                                            <p:cond delay="0"/>
                                          </p:stCondLst>
                                        </p:cTn>
                                        <p:tgtEl>
                                          <p:spTgt spid="75">
                                            <p:txEl>
                                              <p:pRg st="3" end="3"/>
                                            </p:txEl>
                                          </p:spTgt>
                                        </p:tgtEl>
                                        <p:attrNameLst>
                                          <p:attrName>style.visibility</p:attrName>
                                        </p:attrNameLst>
                                      </p:cBhvr>
                                      <p:to>
                                        <p:strVal val="visible"/>
                                      </p:to>
                                    </p:set>
                                    <p:animEffect filter="dissolve" transition="in">
                                      <p:cBhvr additive="repl">
                                        <p:cTn id="232" dur="500"/>
                                        <p:tgtEl>
                                          <p:spTgt spid="75">
                                            <p:txEl>
                                              <p:pRg st="3" end="3"/>
                                            </p:txEl>
                                          </p:spTgt>
                                        </p:tgtEl>
                                      </p:cBhvr>
                                    </p:animEffect>
                                  </p:childTnLst>
                                </p:cTn>
                              </p:par>
                            </p:childTnLst>
                          </p:cTn>
                        </p:par>
                      </p:childTnLst>
                    </p:cTn>
                  </p:par>
                  <p:par>
                    <p:cTn id="233" fill="hold">
                      <p:stCondLst>
                        <p:cond delay="indefinite"/>
                      </p:stCondLst>
                      <p:childTnLst>
                        <p:par>
                          <p:cTn id="234" fill="hold">
                            <p:stCondLst>
                              <p:cond delay="0"/>
                            </p:stCondLst>
                            <p:childTnLst>
                              <p:par>
                                <p:cTn id="235" nodeType="clickEffect" fill="hold" presetClass="entr" presetID="9">
                                  <p:stCondLst>
                                    <p:cond delay="0"/>
                                  </p:stCondLst>
                                  <p:childTnLst>
                                    <p:set>
                                      <p:cBhvr>
                                        <p:cTn id="236" dur="1" fill="hold">
                                          <p:stCondLst>
                                            <p:cond delay="0"/>
                                          </p:stCondLst>
                                        </p:cTn>
                                        <p:tgtEl>
                                          <p:spTgt spid="75">
                                            <p:txEl>
                                              <p:pRg st="4" end="4"/>
                                            </p:txEl>
                                          </p:spTgt>
                                        </p:tgtEl>
                                        <p:attrNameLst>
                                          <p:attrName>style.visibility</p:attrName>
                                        </p:attrNameLst>
                                      </p:cBhvr>
                                      <p:to>
                                        <p:strVal val="visible"/>
                                      </p:to>
                                    </p:set>
                                    <p:animEffect filter="dissolve" transition="in">
                                      <p:cBhvr additive="repl">
                                        <p:cTn id="237" dur="500"/>
                                        <p:tgtEl>
                                          <p:spTgt spid="75">
                                            <p:txEl>
                                              <p:pRg st="4" end="4"/>
                                            </p:txEl>
                                          </p:spTgt>
                                        </p:tgtEl>
                                      </p:cBhvr>
                                    </p:animEffect>
                                  </p:childTnLst>
                                </p:cTn>
                              </p:par>
                              <p:par>
                                <p:cTn id="238" nodeType="withEffect" fill="hold" presetClass="entr" presetID="9">
                                  <p:stCondLst>
                                    <p:cond delay="0"/>
                                  </p:stCondLst>
                                  <p:childTnLst>
                                    <p:set>
                                      <p:cBhvr>
                                        <p:cTn id="239" dur="1" fill="hold">
                                          <p:stCondLst>
                                            <p:cond delay="0"/>
                                          </p:stCondLst>
                                        </p:cTn>
                                        <p:tgtEl>
                                          <p:spTgt spid="75">
                                            <p:txEl>
                                              <p:pRg st="5" end="5"/>
                                            </p:txEl>
                                          </p:spTgt>
                                        </p:tgtEl>
                                        <p:attrNameLst>
                                          <p:attrName>style.visibility</p:attrName>
                                        </p:attrNameLst>
                                      </p:cBhvr>
                                      <p:to>
                                        <p:strVal val="visible"/>
                                      </p:to>
                                    </p:set>
                                    <p:animEffect filter="dissolve" transition="in">
                                      <p:cBhvr additive="repl">
                                        <p:cTn id="240" dur="500"/>
                                        <p:tgtEl>
                                          <p:spTgt spid="75">
                                            <p:txEl>
                                              <p:pRg st="5" end="5"/>
                                            </p:txEl>
                                          </p:spTgt>
                                        </p:tgtEl>
                                      </p:cBhvr>
                                    </p:animEffect>
                                  </p:childTnLst>
                                </p:cTn>
                              </p:par>
                            </p:childTnLst>
                          </p:cTn>
                        </p:par>
                      </p:childTnLst>
                    </p:cTn>
                  </p:par>
                  <p:par>
                    <p:cTn id="241" fill="hold">
                      <p:stCondLst>
                        <p:cond delay="indefinite"/>
                      </p:stCondLst>
                      <p:childTnLst>
                        <p:par>
                          <p:cTn id="242" fill="hold">
                            <p:stCondLst>
                              <p:cond delay="0"/>
                            </p:stCondLst>
                            <p:childTnLst>
                              <p:par>
                                <p:cTn id="243" nodeType="clickEffect" fill="hold" presetClass="entr" presetID="9">
                                  <p:stCondLst>
                                    <p:cond delay="0"/>
                                  </p:stCondLst>
                                  <p:childTnLst>
                                    <p:set>
                                      <p:cBhvr>
                                        <p:cTn id="244" dur="1" fill="hold">
                                          <p:stCondLst>
                                            <p:cond delay="0"/>
                                          </p:stCondLst>
                                        </p:cTn>
                                        <p:tgtEl>
                                          <p:spTgt spid="75">
                                            <p:txEl>
                                              <p:pRg st="6" end="6"/>
                                            </p:txEl>
                                          </p:spTgt>
                                        </p:tgtEl>
                                        <p:attrNameLst>
                                          <p:attrName>style.visibility</p:attrName>
                                        </p:attrNameLst>
                                      </p:cBhvr>
                                      <p:to>
                                        <p:strVal val="visible"/>
                                      </p:to>
                                    </p:set>
                                    <p:animEffect filter="dissolve" transition="in">
                                      <p:cBhvr additive="repl">
                                        <p:cTn id="245" dur="500"/>
                                        <p:tgtEl>
                                          <p:spTgt spid="75">
                                            <p:txEl>
                                              <p:pRg st="6" end="6"/>
                                            </p:txEl>
                                          </p:spTgt>
                                        </p:tgtEl>
                                      </p:cBhvr>
                                    </p:animEffect>
                                  </p:childTnLst>
                                </p:cTn>
                              </p:par>
                            </p:childTnLst>
                          </p:cTn>
                        </p:par>
                      </p:childTnLst>
                    </p:cTn>
                  </p:par>
                  <p:par>
                    <p:cTn id="246" fill="hold">
                      <p:stCondLst>
                        <p:cond delay="indefinite"/>
                      </p:stCondLst>
                      <p:childTnLst>
                        <p:par>
                          <p:cTn id="247" fill="hold">
                            <p:stCondLst>
                              <p:cond delay="0"/>
                            </p:stCondLst>
                            <p:childTnLst>
                              <p:par>
                                <p:cTn id="248" nodeType="clickEffect" fill="hold" presetClass="entr" presetID="9">
                                  <p:stCondLst>
                                    <p:cond delay="0"/>
                                  </p:stCondLst>
                                  <p:childTnLst>
                                    <p:set>
                                      <p:cBhvr>
                                        <p:cTn id="249" dur="1" fill="hold">
                                          <p:stCondLst>
                                            <p:cond delay="0"/>
                                          </p:stCondLst>
                                        </p:cTn>
                                        <p:tgtEl>
                                          <p:spTgt spid="75">
                                            <p:txEl>
                                              <p:pRg st="7" end="7"/>
                                            </p:txEl>
                                          </p:spTgt>
                                        </p:tgtEl>
                                        <p:attrNameLst>
                                          <p:attrName>style.visibility</p:attrName>
                                        </p:attrNameLst>
                                      </p:cBhvr>
                                      <p:to>
                                        <p:strVal val="visible"/>
                                      </p:to>
                                    </p:set>
                                    <p:animEffect filter="dissolve" transition="in">
                                      <p:cBhvr additive="repl">
                                        <p:cTn id="250" dur="500"/>
                                        <p:tgtEl>
                                          <p:spTgt spid="75">
                                            <p:txEl>
                                              <p:pRg st="7" end="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128160" y="2054880"/>
            <a:ext cx="11935440" cy="803520"/>
          </a:xfrm>
          <a:prstGeom prst="rect">
            <a:avLst/>
          </a:prstGeom>
          <a:noFill/>
          <a:ln w="0">
            <a:noFill/>
          </a:ln>
        </p:spPr>
        <p:txBody>
          <a:bodyPr lIns="91440" rIns="91440" tIns="45720" bIns="45720" anchor="ctr">
            <a:noAutofit/>
          </a:bodyPr>
          <a:p>
            <a:pPr indent="0" algn="ctr" defTabSz="914400">
              <a:lnSpc>
                <a:spcPct val="100000"/>
              </a:lnSpc>
              <a:buNone/>
            </a:pPr>
            <a:r>
              <a:rPr b="1" lang="en-US" sz="4000" spc="199" strike="noStrike">
                <a:solidFill>
                  <a:schemeClr val="lt1"/>
                </a:solidFill>
                <a:latin typeface="Garamond"/>
              </a:rPr>
              <a:t>References</a:t>
            </a:r>
            <a:endParaRPr b="0" lang="en-US" sz="4000" spc="-1" strike="noStrike">
              <a:solidFill>
                <a:schemeClr val="dk1"/>
              </a:solidFill>
              <a:latin typeface="Arial"/>
            </a:endParaRPr>
          </a:p>
        </p:txBody>
      </p:sp>
      <p:sp>
        <p:nvSpPr>
          <p:cNvPr id="78" name="Content Placeholder 1"/>
          <p:cNvSpPr/>
          <p:nvPr/>
        </p:nvSpPr>
        <p:spPr>
          <a:xfrm>
            <a:off x="522000" y="3578040"/>
            <a:ext cx="11147760" cy="645480"/>
          </a:xfrm>
          <a:prstGeom prst="rect">
            <a:avLst/>
          </a:prstGeom>
          <a:noFill/>
          <a:ln w="0">
            <a:noFill/>
          </a:ln>
        </p:spPr>
        <p:style>
          <a:lnRef idx="0"/>
          <a:fillRef idx="0"/>
          <a:effectRef idx="0"/>
          <a:fontRef idx="minor"/>
        </p:style>
        <p:txBody>
          <a:bodyPr lIns="90000" rIns="90000" tIns="45000" bIns="45000" anchor="t">
            <a:normAutofit fontScale="80466" lnSpcReduction="20000"/>
          </a:bodyPr>
          <a:p>
            <a:pPr marL="91440" indent="-91440" algn="ctr" defTabSz="914400">
              <a:lnSpc>
                <a:spcPct val="90000"/>
              </a:lnSpc>
              <a:spcBef>
                <a:spcPts val="1199"/>
              </a:spcBef>
              <a:spcAft>
                <a:spcPts val="201"/>
              </a:spcAft>
              <a:buClr>
                <a:srgbClr val="ff00ff"/>
              </a:buClr>
              <a:buFont typeface="Tw Cen MT"/>
              <a:buChar char=" "/>
            </a:pPr>
            <a:r>
              <a:rPr b="0" lang="en-US" sz="3200" spc="-1" strike="noStrike">
                <a:solidFill>
                  <a:schemeClr val="lt1"/>
                </a:solidFill>
                <a:latin typeface="Garamond"/>
              </a:rPr>
              <a:t>D. Mark. 2009. </a:t>
            </a:r>
            <a:r>
              <a:rPr b="0" i="1" lang="en-US" sz="3200" spc="-1" strike="noStrike">
                <a:solidFill>
                  <a:schemeClr val="lt1"/>
                </a:solidFill>
                <a:latin typeface="Garamond"/>
              </a:rPr>
              <a:t>Behavioral Mathematics for Game AI.</a:t>
            </a:r>
            <a:r>
              <a:rPr b="0" lang="en-US" sz="3200" spc="-1" strike="noStrike">
                <a:solidFill>
                  <a:schemeClr val="lt1"/>
                </a:solidFill>
                <a:latin typeface="Garamond"/>
              </a:rPr>
              <a:t> Cengage Learning.</a:t>
            </a:r>
            <a:endParaRPr b="0" lang="en-US" sz="3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Integral">
  <a:themeElements>
    <a:clrScheme name="cap4053">
      <a:dk1>
        <a:srgbClr val="000000"/>
      </a:dk1>
      <a:lt1>
        <a:srgbClr val="ffffff"/>
      </a:lt1>
      <a:dk2>
        <a:srgbClr val="000000"/>
      </a:dk2>
      <a:lt2>
        <a:srgbClr val="ffffff"/>
      </a:lt2>
      <a:accent1>
        <a:srgbClr val="ff00ff"/>
      </a:accent1>
      <a:accent2>
        <a:srgbClr val="70fbdf"/>
      </a:accent2>
      <a:accent3>
        <a:srgbClr val="90d850"/>
      </a:accent3>
      <a:accent4>
        <a:srgbClr val="ec3323"/>
      </a:accent4>
      <a:accent5>
        <a:srgbClr val="fafd59"/>
      </a:accent5>
      <a:accent6>
        <a:srgbClr val="f97c15"/>
      </a:accent6>
      <a:hlink>
        <a:srgbClr val="113ea7"/>
      </a:hlink>
      <a:folHlink>
        <a:srgbClr val="b2b8b3"/>
      </a:folHlink>
    </a:clrScheme>
    <a:fontScheme name="Arial">
      <a:majorFont>
        <a:latin typeface="Arial" panose="020B0604020202020204" pitchFamily="0" charset="1"/>
        <a:ea typeface=""/>
        <a:cs typeface=""/>
      </a:majorFont>
      <a:minorFont>
        <a:latin typeface="Arial" panose="020B0604020202020204" pitchFamily="0" charset="1"/>
        <a:ea typeface=""/>
        <a:cs typeface=""/>
      </a:minorFont>
    </a:fontScheme>
    <a:fmtScheme>
      <a:fillStyleLst>
        <a:solidFill>
          <a:schemeClr val="phClr"/>
        </a:solidFill>
        <a:gradFill>
          <a:gsLst>
            <a:gs pos="0">
              <a:schemeClr val="phClr">
                <a:tint val="83000"/>
                <a:lumMod val="100000"/>
              </a:schemeClr>
            </a:gs>
            <a:gs pos="100000">
              <a:schemeClr val="phClr">
                <a:tint val="61000"/>
                <a:lumMod val="100000"/>
              </a:schemeClr>
            </a:gs>
          </a:gsLst>
          <a:path path="circle">
            <a:fillToRect l="100000" t="100000" r="100000" b="100000"/>
          </a:path>
          <a:tileRect l="0" t="0" r="0" b="0"/>
        </a:gradFill>
        <a:gradFill>
          <a:gsLst>
            <a:gs pos="0">
              <a:schemeClr val="phClr">
                <a:tint val="100000"/>
                <a:shade val="85000"/>
                <a:lumMod val="100000"/>
              </a:schemeClr>
            </a:gs>
            <a:gs pos="100000">
              <a:schemeClr val="phClr">
                <a:tint val="90000"/>
                <a:shade val="100000"/>
                <a:lumMod val="100000"/>
              </a:schemeClr>
            </a:gs>
          </a:gsLst>
          <a:path path="circle">
            <a:fillToRect l="100000" t="100000" r="100000" b="100000"/>
          </a:path>
          <a:tileRect l="0" t="0" r="0" b="0"/>
        </a:gradFill>
      </a:fillStyleLst>
      <a:lnStyleLst>
        <a:ln w="9525" cap="flat" cmpd="sng" algn="ctr">
          <a:prstDash val="solid"/>
        </a:ln>
        <a:ln w="15875" cap="flat" cmpd="sng" algn="ctr">
          <a:prstDash val="solid"/>
        </a:ln>
        <a:ln w="1905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hade val="85000"/>
          </a:schemeClr>
        </a:solidFill>
        <a:blipFill rotWithShape="1">
          <a:srcRect l="0" t="0" r="0" b="0"/>
          <a:tile tx="0" ty="0" sx="40000" sy="40000" flip="none" algn="tl"/>
        </a:blipFill>
      </a:bgFillStyleLst>
    </a:fmtScheme>
  </a:themeElements>
</a:theme>
</file>

<file path=ppt/theme/theme2.xml><?xml version="1.0" encoding="utf-8"?>
<a:theme xmlns:a="http://schemas.openxmlformats.org/drawingml/2006/main" xmlns:r="http://schemas.openxmlformats.org/officeDocument/2006/relationships" name="Integral">
  <a:themeElements>
    <a:clrScheme name="cap4053">
      <a:dk1>
        <a:srgbClr val="000000"/>
      </a:dk1>
      <a:lt1>
        <a:srgbClr val="ffffff"/>
      </a:lt1>
      <a:dk2>
        <a:srgbClr val="000000"/>
      </a:dk2>
      <a:lt2>
        <a:srgbClr val="ffffff"/>
      </a:lt2>
      <a:accent1>
        <a:srgbClr val="ff00ff"/>
      </a:accent1>
      <a:accent2>
        <a:srgbClr val="70fbdf"/>
      </a:accent2>
      <a:accent3>
        <a:srgbClr val="90d850"/>
      </a:accent3>
      <a:accent4>
        <a:srgbClr val="ec3323"/>
      </a:accent4>
      <a:accent5>
        <a:srgbClr val="fafd59"/>
      </a:accent5>
      <a:accent6>
        <a:srgbClr val="f97c15"/>
      </a:accent6>
      <a:hlink>
        <a:srgbClr val="113ea7"/>
      </a:hlink>
      <a:folHlink>
        <a:srgbClr val="b2b8b3"/>
      </a:folHlink>
    </a:clrScheme>
    <a:fontScheme name="Arial">
      <a:majorFont>
        <a:latin typeface="Arial" panose="020B0604020202020204" pitchFamily="0" charset="1"/>
        <a:ea typeface=""/>
        <a:cs typeface=""/>
      </a:majorFont>
      <a:minorFont>
        <a:latin typeface="Arial" panose="020B0604020202020204" pitchFamily="0" charset="1"/>
        <a:ea typeface=""/>
        <a:cs typeface=""/>
      </a:minorFont>
    </a:fontScheme>
    <a:fmtScheme>
      <a:fillStyleLst>
        <a:solidFill>
          <a:schemeClr val="phClr"/>
        </a:solidFill>
        <a:gradFill>
          <a:gsLst>
            <a:gs pos="0">
              <a:schemeClr val="phClr">
                <a:tint val="83000"/>
                <a:lumMod val="100000"/>
              </a:schemeClr>
            </a:gs>
            <a:gs pos="100000">
              <a:schemeClr val="phClr">
                <a:tint val="61000"/>
                <a:lumMod val="100000"/>
              </a:schemeClr>
            </a:gs>
          </a:gsLst>
          <a:path path="circle">
            <a:fillToRect l="100000" t="100000" r="100000" b="100000"/>
          </a:path>
          <a:tileRect l="0" t="0" r="0" b="0"/>
        </a:gradFill>
        <a:gradFill>
          <a:gsLst>
            <a:gs pos="0">
              <a:schemeClr val="phClr">
                <a:tint val="100000"/>
                <a:shade val="85000"/>
                <a:lumMod val="100000"/>
              </a:schemeClr>
            </a:gs>
            <a:gs pos="100000">
              <a:schemeClr val="phClr">
                <a:tint val="90000"/>
                <a:shade val="100000"/>
                <a:lumMod val="100000"/>
              </a:schemeClr>
            </a:gs>
          </a:gsLst>
          <a:path path="circle">
            <a:fillToRect l="100000" t="100000" r="100000" b="100000"/>
          </a:path>
          <a:tileRect l="0" t="0" r="0" b="0"/>
        </a:gradFill>
      </a:fillStyleLst>
      <a:lnStyleLst>
        <a:ln w="9525" cap="flat" cmpd="sng" algn="ctr">
          <a:prstDash val="solid"/>
        </a:ln>
        <a:ln w="15875" cap="flat" cmpd="sng" algn="ctr">
          <a:prstDash val="solid"/>
        </a:ln>
        <a:ln w="1905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hade val="85000"/>
          </a:schemeClr>
        </a:solidFill>
        <a:blipFill rotWithShape="1">
          <a:srcRect l="0" t="0" r="0" b="0"/>
          <a:tile tx="0" ty="0" sx="40000" sy="40000" flip="none" algn="tl"/>
        </a:blipFill>
      </a:bgFillStyleLst>
    </a:fmtScheme>
  </a:themeElements>
</a:theme>
</file>

<file path=ppt/theme/theme3.xml><?xml version="1.0" encoding="utf-8"?>
<a:theme xmlns:a="http://schemas.openxmlformats.org/drawingml/2006/main" xmlns:r="http://schemas.openxmlformats.org/officeDocument/2006/relationships" name="Integral">
  <a:themeElements>
    <a:clrScheme name="cap4053">
      <a:dk1>
        <a:srgbClr val="000000"/>
      </a:dk1>
      <a:lt1>
        <a:srgbClr val="ffffff"/>
      </a:lt1>
      <a:dk2>
        <a:srgbClr val="000000"/>
      </a:dk2>
      <a:lt2>
        <a:srgbClr val="ffffff"/>
      </a:lt2>
      <a:accent1>
        <a:srgbClr val="ff00ff"/>
      </a:accent1>
      <a:accent2>
        <a:srgbClr val="70fbdf"/>
      </a:accent2>
      <a:accent3>
        <a:srgbClr val="90d850"/>
      </a:accent3>
      <a:accent4>
        <a:srgbClr val="ec3323"/>
      </a:accent4>
      <a:accent5>
        <a:srgbClr val="fafd59"/>
      </a:accent5>
      <a:accent6>
        <a:srgbClr val="f97c15"/>
      </a:accent6>
      <a:hlink>
        <a:srgbClr val="113ea7"/>
      </a:hlink>
      <a:folHlink>
        <a:srgbClr val="b2b8b3"/>
      </a:folHlink>
    </a:clrScheme>
    <a:fontScheme name="Arial">
      <a:majorFont>
        <a:latin typeface="Arial" panose="020B0604020202020204" pitchFamily="0" charset="1"/>
        <a:ea typeface=""/>
        <a:cs typeface=""/>
      </a:majorFont>
      <a:minorFont>
        <a:latin typeface="Arial" panose="020B0604020202020204" pitchFamily="0" charset="1"/>
        <a:ea typeface=""/>
        <a:cs typeface=""/>
      </a:minorFont>
    </a:fontScheme>
    <a:fmtScheme>
      <a:fillStyleLst>
        <a:solidFill>
          <a:schemeClr val="phClr"/>
        </a:solidFill>
        <a:gradFill>
          <a:gsLst>
            <a:gs pos="0">
              <a:schemeClr val="phClr">
                <a:tint val="83000"/>
                <a:lumMod val="100000"/>
              </a:schemeClr>
            </a:gs>
            <a:gs pos="100000">
              <a:schemeClr val="phClr">
                <a:tint val="61000"/>
                <a:lumMod val="100000"/>
              </a:schemeClr>
            </a:gs>
          </a:gsLst>
          <a:path path="circle">
            <a:fillToRect l="100000" t="100000" r="100000" b="100000"/>
          </a:path>
          <a:tileRect l="0" t="0" r="0" b="0"/>
        </a:gradFill>
        <a:gradFill>
          <a:gsLst>
            <a:gs pos="0">
              <a:schemeClr val="phClr">
                <a:tint val="100000"/>
                <a:shade val="85000"/>
                <a:lumMod val="100000"/>
              </a:schemeClr>
            </a:gs>
            <a:gs pos="100000">
              <a:schemeClr val="phClr">
                <a:tint val="90000"/>
                <a:shade val="100000"/>
                <a:lumMod val="100000"/>
              </a:schemeClr>
            </a:gs>
          </a:gsLst>
          <a:path path="circle">
            <a:fillToRect l="100000" t="100000" r="100000" b="100000"/>
          </a:path>
          <a:tileRect l="0" t="0" r="0" b="0"/>
        </a:gradFill>
      </a:fillStyleLst>
      <a:lnStyleLst>
        <a:ln w="9525" cap="flat" cmpd="sng" algn="ctr">
          <a:prstDash val="solid"/>
        </a:ln>
        <a:ln w="15875" cap="flat" cmpd="sng" algn="ctr">
          <a:prstDash val="solid"/>
        </a:ln>
        <a:ln w="1905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hade val="85000"/>
          </a:schemeClr>
        </a:solidFill>
        <a:blipFill rotWithShape="1">
          <a:srcRect l="0" t="0" r="0" b="0"/>
          <a:tile tx="0" ty="0" sx="40000" sy="40000" flip="none" algn="tl"/>
        </a:blip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cap4053_ppt_template</Template>
  <TotalTime>592</TotalTime>
  <Application>LibreOffice/24.2.7.2$Linux_X86_64 LibreOffice_project/420$Build-2</Application>
  <AppVersion>15.0000</AppVersion>
  <Words>875</Words>
  <Paragraphs>159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2018-09-23T01:33:33Z</dcterms:created>
  <dc:creator>Jeremiah Blanchard</dc:creator>
  <dc:description/>
  <dc:language>ja-JP</dc:language>
  <cp:lastModifiedBy>Jeremiah Blanchard</cp:lastModifiedBy>
  <dcterms:modified xsi:type="dcterms:W3CDTF">2025-10-30T08:32:32Z</dcterms:modified>
  <cp:revision>107</cp:revision>
  <dc:subject/>
  <dc:title>Fundamentals of AI</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8A5176DE-1C3A-4C5F-BD19-F0ED2390E70E</vt:lpwstr>
  </property>
  <property fmtid="{D5CDD505-2E9C-101B-9397-08002B2CF9AE}" pid="3" name="ArticulatePath">
    <vt:lpwstr>Presentation2</vt:lpwstr>
  </property>
  <property fmtid="{D5CDD505-2E9C-101B-9397-08002B2CF9AE}" pid="4" name="ArticulateProjectFull">
    <vt:lpwstr>H:\PowerPoint training for IDs\COIP-PPT-example-template.ppta</vt:lpwstr>
  </property>
  <property fmtid="{D5CDD505-2E9C-101B-9397-08002B2CF9AE}" pid="5" name="ArticulateProjectVersion">
    <vt:lpwstr>8</vt:lpwstr>
  </property>
  <property fmtid="{D5CDD505-2E9C-101B-9397-08002B2CF9AE}" pid="6" name="ArticulateUseProject">
    <vt:lpwstr>1</vt:lpwstr>
  </property>
  <property fmtid="{D5CDD505-2E9C-101B-9397-08002B2CF9AE}" pid="7" name="Notes">
    <vt:i4>10</vt:i4>
  </property>
  <property fmtid="{D5CDD505-2E9C-101B-9397-08002B2CF9AE}" pid="8" name="PresentationFormat">
    <vt:lpwstr>Widescreen</vt:lpwstr>
  </property>
  <property fmtid="{D5CDD505-2E9C-101B-9397-08002B2CF9AE}" pid="9" name="Slides">
    <vt:i4>12</vt:i4>
  </property>
</Properties>
</file>